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Estado del arte de la
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D0DC"/>
                </a:solidFill>
                <a:latin typeface="Calibri"/>
              </a:rPr>
              <a:t>Panorama de capacidades, paradigmas y límites abiertos
de los sistemas de IA contemporáneos.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B93A"/>
                </a:solidFill>
                <a:latin typeface="Calibri"/>
              </a:rPr>
              <a:t>01  ·  Introducción a la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Modelos de fundamento y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La base del panorama actual.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Razonamiento y multimodalidad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Pensar, ver, oír y generar.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Agentes, herramientas y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De responder a actuar.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Ecosistema y eficiencia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Abierto, cerrado y desplegable.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Aplicaciones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Visión, robótica y ciencia.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Alineación, evaluación y límites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Lo que aún no está resuelto.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Modelos de fundamento y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El núcleo del estado del arte actual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de fundamento (foundation 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Se entrenan a gran escala y luego se adaptan a muchas tareas: texto, código, visión, audio y combinaciones de estas.
Una misma familia de modelos sirve como plataforma para productos, investigación y especialización por dominio.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de lenguaje grandes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Desempeño competitivo en comprensión, generación, traducción, resumen y programación.
Siguen cometiendo errores factuales y alucinaciones: fluidez no equivale a verdad ni a comprensión garantizada.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Razonamiento explícito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Más cómputo en inferencia, no solo más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Cadenas de pensamiento, modelos “de razonamiento” y búsqueda en tiempo de inferencia.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Mejoran matemáticas, lógica y planificación respecto a responder en un solo paso.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El costo se desplaza: cada consulta puede exigir más tiempo y energía.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Implicación para el curso: inteligencia no es solo predecir el siguiente token, sino cómo se busca una solución.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Multimodalidad y generación de medios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IA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Une texto, imagen, audio y video en un mismo modelo.
Habilita descripción de escenas, transcripción, generación de medios y asistentes que “ven” y “escuchan”.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Sistemas generativos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Difusión y variantes producen imagen, audio y video de alta fidelidad.
Ya están integrados en herramientas creativas, de diseño y de producción, con debates sobre autoría y uso de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Agentes, herramientas y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De generar texto a ejecutar tareas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Agentes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Combinan un modelo con herramientas: navegador, código, APIs y memoria.
El objetivo es completar tareas de varios pasos, no solo responder una pregunta aislada.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Herramientas y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La recuperación aumentada con documentos ancla las respuestas en fuentes externas y datos de una organización.
Reduce alucinaciones, pero no las elimina: la calidad depende del índice, la consulta y el criterio de citación.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Ecosistema abierto y eficiencia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abiertos y cerrados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Los pesos públicos o parcialmente abiertos coexisten con sistemas comerciales cerrados.
Ambos impulsan investigación y productos, y alimentan el debate sobre gobernanza, reproducibilidad y concentración de poder.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Eficiencia como eje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Mezcla de expertos (MoE), destilación, cuantización y modelos pequeños.
Permiten desplegar IA en dispositivos, bajar costo y reducir impacto energético sin abandonar del todo la escala.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Visión por computadora y robótica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Visión por computadora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Más allá de la clasificación clásica: detección, segmentación y comprensión de escenas.
Los modelos que conectan visión y lenguaje son el puente hacia asistentes y agentes multimodales.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Robótica e IA encarnada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Avances en políticas entrenadas con datos diversos y modelos de mundo.
La generalización en el mundo físico —contacto, incertidumbre, cuerpos reales— sigue siendo un reto abierto.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IA científica y alineación con preferencias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IA 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Acelera el descubrimiento en biología, química, clima y materiales (por ejemplo, predicción de estructuras y diseño de moléculas).
Complementa la experimentación; no la reemplaza.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Aprendizaje por refuerzo y RLHF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El aprendizaje por refuerzo y la alineación con preferencias humanas (RLHF y variantes) hacen que los modelos sigan instrucciones.
Son técnicas clave de utilidad y de seguridad, no un detalle de producto.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Evaluación, seguridad y gobernanza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La evaluación es un cuello de botella: los benchmarks se saturan rápido.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Se necesitan pruebas de capacidades reales, robustez, sesgo, seguridad y desempeño fuera de distribución.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Seguridad y gobernanza cubren uso dual, privacidad, propiedad intelectual, sesgos y autonomía de agentes.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Estos temas son parte del estado del arte tanto como las arquitecturas y el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Hardware, escala y límites estructurales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Hardware y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GPU, TPU y aceleradores, junto con la escala de datos, condicionan quién puede entrenar los modelos más grandes.
El impacto ambiental y la concentración de infraestructura son parte del análisis, no un apéndice.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Límites que persisten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Falta de comprensión causal robusta, fragilidad ante cambios de dominio y opacidad de las decisiones.
Sigue siendo difícil garantizar verdades o un cumplimiento normativo estricto.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Para discutir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Preguntas que recorren el resto del curso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¿Capacidad o apariencia?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5623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 sistema fluido ¿entiende, o solo predice patrones convincentes?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904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¿Dónde actúa la 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85623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Texto, herramientas, laboratorio o el mundo físico cambian el problema.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¿Quién controla la escala?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5079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Datos, cómputo y gobernanza definen qué sistemas existen y para quién.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6850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¿Cómo se evalúa el progreso?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05079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 ranking en un benchmark no basta para afirmar inteligencia general.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