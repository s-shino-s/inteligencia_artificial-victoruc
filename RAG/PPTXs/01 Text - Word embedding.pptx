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h9JJGqxIlTb+dFGXCUoKZLKsu2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4" name="Shape 14"/>
        <p:cNvGrpSpPr/>
        <p:nvPr/>
      </p:nvGrpSpPr>
      <p:grpSpPr>
        <a:xfrm>
          <a:off x="0" y="0"/>
          <a:ext cx="0" cy="0"/>
          <a:chOff x="0" y="0"/>
          <a:chExt cx="0" cy="0"/>
        </a:xfrm>
      </p:grpSpPr>
      <p:sp>
        <p:nvSpPr>
          <p:cNvPr id="15" name="Google Shape;15;p44"/>
          <p:cNvSpPr/>
          <p:nvPr/>
        </p:nvSpPr>
        <p:spPr>
          <a:xfrm>
            <a:off x="920834" y="1346946"/>
            <a:ext cx="10222992" cy="80683"/>
          </a:xfrm>
          <a:prstGeom prst="rect">
            <a:avLst/>
          </a:prstGeom>
          <a:blipFill rotWithShape="1">
            <a:blip r:embed="rId2">
              <a:alphaModFix amt="85000"/>
            </a:blip>
            <a:tile algn="ctr" flip="xy" tx="0" sx="92000" ty="-76200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6" name="Google Shape;16;p44"/>
          <p:cNvSpPr/>
          <p:nvPr/>
        </p:nvSpPr>
        <p:spPr>
          <a:xfrm>
            <a:off x="920834" y="4299696"/>
            <a:ext cx="10222992" cy="80683"/>
          </a:xfrm>
          <a:prstGeom prst="rect">
            <a:avLst/>
          </a:prstGeom>
          <a:blipFill rotWithShape="1">
            <a:blip r:embed="rId2">
              <a:alphaModFix amt="85000"/>
            </a:blip>
            <a:tile algn="ctr" flip="xy" tx="0" sx="92000" ty="-7175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17" name="Google Shape;17;p44"/>
          <p:cNvSpPr/>
          <p:nvPr/>
        </p:nvSpPr>
        <p:spPr>
          <a:xfrm>
            <a:off x="920834" y="1484779"/>
            <a:ext cx="10222992" cy="2743200"/>
          </a:xfrm>
          <a:prstGeom prst="rect">
            <a:avLst/>
          </a:prstGeom>
          <a:blipFill rotWithShape="1">
            <a:blip r:embed="rId2">
              <a:alphaModFix amt="85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grpSp>
        <p:nvGrpSpPr>
          <p:cNvPr id="18" name="Google Shape;18;p44"/>
          <p:cNvGrpSpPr/>
          <p:nvPr/>
        </p:nvGrpSpPr>
        <p:grpSpPr>
          <a:xfrm>
            <a:off x="9649215" y="4068923"/>
            <a:ext cx="1080904" cy="1080902"/>
            <a:chOff x="9685338" y="4460675"/>
            <a:chExt cx="1080904" cy="1080902"/>
          </a:xfrm>
        </p:grpSpPr>
        <p:sp>
          <p:nvSpPr>
            <p:cNvPr id="19" name="Google Shape;19;p44"/>
            <p:cNvSpPr/>
            <p:nvPr/>
          </p:nvSpPr>
          <p:spPr>
            <a:xfrm>
              <a:off x="9685338" y="4460675"/>
              <a:ext cx="1080904" cy="1080902"/>
            </a:xfrm>
            <a:prstGeom prst="ellipse">
              <a:avLst/>
            </a:prstGeom>
            <a:blipFill rotWithShape="1">
              <a:blip r:embed="rId3">
                <a:alphaModFix/>
              </a:blip>
              <a:tile algn="tl" flip="none" tx="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20" name="Google Shape;20;p44"/>
            <p:cNvSpPr/>
            <p:nvPr/>
          </p:nvSpPr>
          <p:spPr>
            <a:xfrm>
              <a:off x="9793429" y="4568765"/>
              <a:ext cx="864723" cy="864722"/>
            </a:xfrm>
            <a:prstGeom prst="ellipse">
              <a:avLst/>
            </a:prstGeom>
            <a:no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21" name="Google Shape;21;p44"/>
          <p:cNvSpPr txBox="1"/>
          <p:nvPr>
            <p:ph type="ctrTitle"/>
          </p:nvPr>
        </p:nvSpPr>
        <p:spPr>
          <a:xfrm>
            <a:off x="1051560" y="1432223"/>
            <a:ext cx="9966960" cy="3035808"/>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9600"/>
              <a:buFont typeface="Rockwell"/>
              <a:buNone/>
              <a:defRPr sz="9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4"/>
          <p:cNvSpPr txBox="1"/>
          <p:nvPr>
            <p:ph idx="1" type="subTitle"/>
          </p:nvPr>
        </p:nvSpPr>
        <p:spPr>
          <a:xfrm>
            <a:off x="1069848" y="4389120"/>
            <a:ext cx="7891272" cy="106984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1870"/>
              <a:buNone/>
              <a:defRPr sz="2200">
                <a:solidFill>
                  <a:schemeClr val="dk1"/>
                </a:solidFill>
              </a:defRPr>
            </a:lvl1pPr>
            <a:lvl2pPr lvl="1" algn="ctr">
              <a:lnSpc>
                <a:spcPct val="90000"/>
              </a:lnSpc>
              <a:spcBef>
                <a:spcPts val="400"/>
              </a:spcBef>
              <a:spcAft>
                <a:spcPts val="0"/>
              </a:spcAft>
              <a:buSzPts val="2380"/>
              <a:buNone/>
              <a:defRPr sz="2800"/>
            </a:lvl2pPr>
            <a:lvl3pPr lvl="2" algn="ctr">
              <a:lnSpc>
                <a:spcPct val="90000"/>
              </a:lnSpc>
              <a:spcBef>
                <a:spcPts val="400"/>
              </a:spcBef>
              <a:spcAft>
                <a:spcPts val="0"/>
              </a:spcAft>
              <a:buSzPts val="2040"/>
              <a:buNone/>
              <a:defRPr sz="2400"/>
            </a:lvl3pPr>
            <a:lvl4pPr lvl="3" algn="ctr">
              <a:lnSpc>
                <a:spcPct val="90000"/>
              </a:lnSpc>
              <a:spcBef>
                <a:spcPts val="400"/>
              </a:spcBef>
              <a:spcAft>
                <a:spcPts val="0"/>
              </a:spcAft>
              <a:buSzPts val="1700"/>
              <a:buNone/>
              <a:defRPr sz="2000"/>
            </a:lvl4pPr>
            <a:lvl5pPr lvl="4" algn="ctr">
              <a:lnSpc>
                <a:spcPct val="90000"/>
              </a:lnSpc>
              <a:spcBef>
                <a:spcPts val="400"/>
              </a:spcBef>
              <a:spcAft>
                <a:spcPts val="0"/>
              </a:spcAft>
              <a:buSzPts val="1700"/>
              <a:buNone/>
              <a:defRPr sz="2000"/>
            </a:lvl5pPr>
            <a:lvl6pPr lvl="5" algn="ctr">
              <a:lnSpc>
                <a:spcPct val="90000"/>
              </a:lnSpc>
              <a:spcBef>
                <a:spcPts val="400"/>
              </a:spcBef>
              <a:spcAft>
                <a:spcPts val="0"/>
              </a:spcAft>
              <a:buSzPts val="1700"/>
              <a:buNone/>
              <a:defRPr sz="2000"/>
            </a:lvl6pPr>
            <a:lvl7pPr lvl="6" algn="ctr">
              <a:lnSpc>
                <a:spcPct val="90000"/>
              </a:lnSpc>
              <a:spcBef>
                <a:spcPts val="400"/>
              </a:spcBef>
              <a:spcAft>
                <a:spcPts val="0"/>
              </a:spcAft>
              <a:buSzPts val="1700"/>
              <a:buNone/>
              <a:defRPr sz="2000"/>
            </a:lvl7pPr>
            <a:lvl8pPr lvl="7" algn="ctr">
              <a:lnSpc>
                <a:spcPct val="90000"/>
              </a:lnSpc>
              <a:spcBef>
                <a:spcPts val="400"/>
              </a:spcBef>
              <a:spcAft>
                <a:spcPts val="0"/>
              </a:spcAft>
              <a:buSzPts val="1700"/>
              <a:buNone/>
              <a:defRPr sz="2000"/>
            </a:lvl8pPr>
            <a:lvl9pPr lvl="8" algn="ctr">
              <a:lnSpc>
                <a:spcPct val="90000"/>
              </a:lnSpc>
              <a:spcBef>
                <a:spcPts val="400"/>
              </a:spcBef>
              <a:spcAft>
                <a:spcPts val="200"/>
              </a:spcAft>
              <a:buSzPts val="1700"/>
              <a:buNone/>
              <a:defRPr sz="2000"/>
            </a:lvl9pPr>
          </a:lstStyle>
          <a:p/>
        </p:txBody>
      </p:sp>
      <p:sp>
        <p:nvSpPr>
          <p:cNvPr id="23" name="Google Shape;23;p44"/>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4"/>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2" type="sldNum"/>
          </p:nvPr>
        </p:nvSpPr>
        <p:spPr>
          <a:xfrm>
            <a:off x="9592733" y="4289334"/>
            <a:ext cx="1193868" cy="64008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2800" u="none" cap="none" strike="noStrike">
                <a:solidFill>
                  <a:srgbClr val="FFFFFF"/>
                </a:solidFill>
                <a:latin typeface="Rockwell"/>
                <a:ea typeface="Rockwell"/>
                <a:cs typeface="Rockwell"/>
                <a:sym typeface="Rockwell"/>
              </a:defRPr>
            </a:lvl1pPr>
            <a:lvl2pPr indent="0" lvl="1" marL="0" algn="ctr">
              <a:spcBef>
                <a:spcPts val="0"/>
              </a:spcBef>
              <a:buNone/>
              <a:defRPr b="1" i="0" sz="2800" u="none" cap="none" strike="noStrike">
                <a:solidFill>
                  <a:srgbClr val="FFFFFF"/>
                </a:solidFill>
                <a:latin typeface="Rockwell"/>
                <a:ea typeface="Rockwell"/>
                <a:cs typeface="Rockwell"/>
                <a:sym typeface="Rockwell"/>
              </a:defRPr>
            </a:lvl2pPr>
            <a:lvl3pPr indent="0" lvl="2" marL="0" algn="ctr">
              <a:spcBef>
                <a:spcPts val="0"/>
              </a:spcBef>
              <a:buNone/>
              <a:defRPr b="1" i="0" sz="2800" u="none" cap="none" strike="noStrike">
                <a:solidFill>
                  <a:srgbClr val="FFFFFF"/>
                </a:solidFill>
                <a:latin typeface="Rockwell"/>
                <a:ea typeface="Rockwell"/>
                <a:cs typeface="Rockwell"/>
                <a:sym typeface="Rockwell"/>
              </a:defRPr>
            </a:lvl3pPr>
            <a:lvl4pPr indent="0" lvl="3" marL="0" algn="ctr">
              <a:spcBef>
                <a:spcPts val="0"/>
              </a:spcBef>
              <a:buNone/>
              <a:defRPr b="1" i="0" sz="2800" u="none" cap="none" strike="noStrike">
                <a:solidFill>
                  <a:srgbClr val="FFFFFF"/>
                </a:solidFill>
                <a:latin typeface="Rockwell"/>
                <a:ea typeface="Rockwell"/>
                <a:cs typeface="Rockwell"/>
                <a:sym typeface="Rockwell"/>
              </a:defRPr>
            </a:lvl4pPr>
            <a:lvl5pPr indent="0" lvl="4" marL="0" algn="ctr">
              <a:spcBef>
                <a:spcPts val="0"/>
              </a:spcBef>
              <a:buNone/>
              <a:defRPr b="1" i="0" sz="2800" u="none" cap="none" strike="noStrike">
                <a:solidFill>
                  <a:srgbClr val="FFFFFF"/>
                </a:solidFill>
                <a:latin typeface="Rockwell"/>
                <a:ea typeface="Rockwell"/>
                <a:cs typeface="Rockwell"/>
                <a:sym typeface="Rockwell"/>
              </a:defRPr>
            </a:lvl5pPr>
            <a:lvl6pPr indent="0" lvl="5" marL="0" algn="ctr">
              <a:spcBef>
                <a:spcPts val="0"/>
              </a:spcBef>
              <a:buNone/>
              <a:defRPr b="1" i="0" sz="2800" u="none" cap="none" strike="noStrike">
                <a:solidFill>
                  <a:srgbClr val="FFFFFF"/>
                </a:solidFill>
                <a:latin typeface="Rockwell"/>
                <a:ea typeface="Rockwell"/>
                <a:cs typeface="Rockwell"/>
                <a:sym typeface="Rockwell"/>
              </a:defRPr>
            </a:lvl6pPr>
            <a:lvl7pPr indent="0" lvl="6" marL="0" algn="ctr">
              <a:spcBef>
                <a:spcPts val="0"/>
              </a:spcBef>
              <a:buNone/>
              <a:defRPr b="1" i="0" sz="2800" u="none" cap="none" strike="noStrike">
                <a:solidFill>
                  <a:srgbClr val="FFFFFF"/>
                </a:solidFill>
                <a:latin typeface="Rockwell"/>
                <a:ea typeface="Rockwell"/>
                <a:cs typeface="Rockwell"/>
                <a:sym typeface="Rockwell"/>
              </a:defRPr>
            </a:lvl7pPr>
            <a:lvl8pPr indent="0" lvl="7" marL="0" algn="ctr">
              <a:spcBef>
                <a:spcPts val="0"/>
              </a:spcBef>
              <a:buNone/>
              <a:defRPr b="1" i="0" sz="2800" u="none" cap="none" strike="noStrike">
                <a:solidFill>
                  <a:srgbClr val="FFFFFF"/>
                </a:solidFill>
                <a:latin typeface="Rockwell"/>
                <a:ea typeface="Rockwell"/>
                <a:cs typeface="Rockwell"/>
                <a:sym typeface="Rockwell"/>
              </a:defRPr>
            </a:lvl8pPr>
            <a:lvl9pPr indent="0" lvl="8" marL="0" algn="ctr">
              <a:spcBef>
                <a:spcPts val="0"/>
              </a:spcBef>
              <a:buNone/>
              <a:defRPr b="1" i="0" sz="28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6" name="Shape 26"/>
        <p:cNvGrpSpPr/>
        <p:nvPr/>
      </p:nvGrpSpPr>
      <p:grpSpPr>
        <a:xfrm>
          <a:off x="0" y="0"/>
          <a:ext cx="0" cy="0"/>
          <a:chOff x="0" y="0"/>
          <a:chExt cx="0" cy="0"/>
        </a:xfrm>
      </p:grpSpPr>
      <p:sp>
        <p:nvSpPr>
          <p:cNvPr id="27" name="Google Shape;27;p4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5"/>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29" name="Google Shape;29;p45"/>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5"/>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5"/>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32" name="Shape 32"/>
        <p:cNvGrpSpPr/>
        <p:nvPr/>
      </p:nvGrpSpPr>
      <p:grpSpPr>
        <a:xfrm>
          <a:off x="0" y="0"/>
          <a:ext cx="0" cy="0"/>
          <a:chOff x="0" y="0"/>
          <a:chExt cx="0" cy="0"/>
        </a:xfrm>
      </p:grpSpPr>
      <p:sp>
        <p:nvSpPr>
          <p:cNvPr id="33" name="Google Shape;33;p46"/>
          <p:cNvSpPr/>
          <p:nvPr/>
        </p:nvSpPr>
        <p:spPr>
          <a:xfrm>
            <a:off x="0" y="4917989"/>
            <a:ext cx="12192000" cy="1940010"/>
          </a:xfrm>
          <a:prstGeom prst="rect">
            <a:avLst/>
          </a:prstGeom>
          <a:blipFill rotWithShape="1">
            <a:blip r:embed="rId2">
              <a:alphaModFix amt="85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4" name="Google Shape;34;p46"/>
          <p:cNvSpPr txBox="1"/>
          <p:nvPr>
            <p:ph type="title"/>
          </p:nvPr>
        </p:nvSpPr>
        <p:spPr>
          <a:xfrm>
            <a:off x="2167128" y="1225296"/>
            <a:ext cx="9281160" cy="352044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SzPts val="8000"/>
              <a:buFont typeface="Rockwell"/>
              <a:buNone/>
              <a:defRPr b="0" sz="8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6"/>
          <p:cNvSpPr txBox="1"/>
          <p:nvPr>
            <p:ph idx="1" type="body"/>
          </p:nvPr>
        </p:nvSpPr>
        <p:spPr>
          <a:xfrm>
            <a:off x="2165774" y="5020056"/>
            <a:ext cx="9052560" cy="1066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700"/>
              <a:buNone/>
              <a:defRPr sz="2000">
                <a:solidFill>
                  <a:schemeClr val="dk1"/>
                </a:solidFill>
              </a:defRPr>
            </a:lvl1pPr>
            <a:lvl2pPr indent="-228600" lvl="1" marL="914400" algn="l">
              <a:lnSpc>
                <a:spcPct val="90000"/>
              </a:lnSpc>
              <a:spcBef>
                <a:spcPts val="400"/>
              </a:spcBef>
              <a:spcAft>
                <a:spcPts val="0"/>
              </a:spcAft>
              <a:buSzPts val="1530"/>
              <a:buNone/>
              <a:defRPr sz="1800">
                <a:solidFill>
                  <a:srgbClr val="888888"/>
                </a:solidFill>
              </a:defRPr>
            </a:lvl2pPr>
            <a:lvl3pPr indent="-228600" lvl="2" marL="1371600" algn="l">
              <a:lnSpc>
                <a:spcPct val="90000"/>
              </a:lnSpc>
              <a:spcBef>
                <a:spcPts val="400"/>
              </a:spcBef>
              <a:spcAft>
                <a:spcPts val="0"/>
              </a:spcAft>
              <a:buSzPts val="1360"/>
              <a:buNone/>
              <a:defRPr sz="1600">
                <a:solidFill>
                  <a:srgbClr val="888888"/>
                </a:solidFill>
              </a:defRPr>
            </a:lvl3pPr>
            <a:lvl4pPr indent="-228600" lvl="3" marL="1828800" algn="l">
              <a:lnSpc>
                <a:spcPct val="90000"/>
              </a:lnSpc>
              <a:spcBef>
                <a:spcPts val="400"/>
              </a:spcBef>
              <a:spcAft>
                <a:spcPts val="0"/>
              </a:spcAft>
              <a:buSzPts val="1190"/>
              <a:buNone/>
              <a:defRPr sz="1400">
                <a:solidFill>
                  <a:srgbClr val="888888"/>
                </a:solidFill>
              </a:defRPr>
            </a:lvl4pPr>
            <a:lvl5pPr indent="-228600" lvl="4" marL="2286000" algn="l">
              <a:lnSpc>
                <a:spcPct val="90000"/>
              </a:lnSpc>
              <a:spcBef>
                <a:spcPts val="400"/>
              </a:spcBef>
              <a:spcAft>
                <a:spcPts val="0"/>
              </a:spcAft>
              <a:buSzPts val="1190"/>
              <a:buNone/>
              <a:defRPr sz="1400">
                <a:solidFill>
                  <a:srgbClr val="888888"/>
                </a:solidFill>
              </a:defRPr>
            </a:lvl5pPr>
            <a:lvl6pPr indent="-228600" lvl="5" marL="2743200" algn="l">
              <a:lnSpc>
                <a:spcPct val="90000"/>
              </a:lnSpc>
              <a:spcBef>
                <a:spcPts val="400"/>
              </a:spcBef>
              <a:spcAft>
                <a:spcPts val="0"/>
              </a:spcAft>
              <a:buSzPts val="1190"/>
              <a:buNone/>
              <a:defRPr sz="1400">
                <a:solidFill>
                  <a:srgbClr val="888888"/>
                </a:solidFill>
              </a:defRPr>
            </a:lvl6pPr>
            <a:lvl7pPr indent="-228600" lvl="6" marL="3200400" algn="l">
              <a:lnSpc>
                <a:spcPct val="90000"/>
              </a:lnSpc>
              <a:spcBef>
                <a:spcPts val="400"/>
              </a:spcBef>
              <a:spcAft>
                <a:spcPts val="0"/>
              </a:spcAft>
              <a:buSzPts val="1190"/>
              <a:buNone/>
              <a:defRPr sz="1400">
                <a:solidFill>
                  <a:srgbClr val="888888"/>
                </a:solidFill>
              </a:defRPr>
            </a:lvl7pPr>
            <a:lvl8pPr indent="-228600" lvl="7" marL="3657600" algn="l">
              <a:lnSpc>
                <a:spcPct val="90000"/>
              </a:lnSpc>
              <a:spcBef>
                <a:spcPts val="400"/>
              </a:spcBef>
              <a:spcAft>
                <a:spcPts val="0"/>
              </a:spcAft>
              <a:buSzPts val="1190"/>
              <a:buNone/>
              <a:defRPr sz="1400">
                <a:solidFill>
                  <a:srgbClr val="888888"/>
                </a:solidFill>
              </a:defRPr>
            </a:lvl8pPr>
            <a:lvl9pPr indent="-228600" lvl="8" marL="4114800" algn="l">
              <a:lnSpc>
                <a:spcPct val="90000"/>
              </a:lnSpc>
              <a:spcBef>
                <a:spcPts val="400"/>
              </a:spcBef>
              <a:spcAft>
                <a:spcPts val="200"/>
              </a:spcAft>
              <a:buSzPts val="1190"/>
              <a:buNone/>
              <a:defRPr sz="1400">
                <a:solidFill>
                  <a:srgbClr val="888888"/>
                </a:solidFill>
              </a:defRPr>
            </a:lvl9pPr>
          </a:lstStyle>
          <a:p/>
        </p:txBody>
      </p:sp>
      <p:sp>
        <p:nvSpPr>
          <p:cNvPr id="36" name="Google Shape;36;p46"/>
          <p:cNvSpPr txBox="1"/>
          <p:nvPr>
            <p:ph idx="10" type="dt"/>
          </p:nvPr>
        </p:nvSpPr>
        <p:spPr>
          <a:xfrm>
            <a:off x="8593667" y="6272784"/>
            <a:ext cx="264430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6"/>
          <p:cNvSpPr txBox="1"/>
          <p:nvPr>
            <p:ph idx="11" type="ftr"/>
          </p:nvPr>
        </p:nvSpPr>
        <p:spPr>
          <a:xfrm>
            <a:off x="2182708"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8" name="Google Shape;38;p46"/>
          <p:cNvGrpSpPr/>
          <p:nvPr/>
        </p:nvGrpSpPr>
        <p:grpSpPr>
          <a:xfrm>
            <a:off x="897399" y="2325848"/>
            <a:ext cx="1080904" cy="1080902"/>
            <a:chOff x="9685338" y="4460675"/>
            <a:chExt cx="1080904" cy="1080902"/>
          </a:xfrm>
        </p:grpSpPr>
        <p:sp>
          <p:nvSpPr>
            <p:cNvPr id="39" name="Google Shape;39;p46"/>
            <p:cNvSpPr/>
            <p:nvPr/>
          </p:nvSpPr>
          <p:spPr>
            <a:xfrm>
              <a:off x="9685338" y="4460675"/>
              <a:ext cx="1080904" cy="1080902"/>
            </a:xfrm>
            <a:prstGeom prst="ellipse">
              <a:avLst/>
            </a:prstGeom>
            <a:blipFill rotWithShape="1">
              <a:blip r:embed="rId3">
                <a:alphaModFix/>
              </a:blip>
              <a:tile algn="tl" flip="none" tx="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40" name="Google Shape;40;p46"/>
            <p:cNvSpPr/>
            <p:nvPr/>
          </p:nvSpPr>
          <p:spPr>
            <a:xfrm>
              <a:off x="9793429" y="4568765"/>
              <a:ext cx="864723" cy="864722"/>
            </a:xfrm>
            <a:prstGeom prst="ellipse">
              <a:avLst/>
            </a:prstGeom>
            <a:no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41" name="Google Shape;41;p46"/>
          <p:cNvSpPr txBox="1"/>
          <p:nvPr>
            <p:ph idx="12" type="sldNum"/>
          </p:nvPr>
        </p:nvSpPr>
        <p:spPr>
          <a:xfrm>
            <a:off x="843702" y="2506133"/>
            <a:ext cx="1188298" cy="720332"/>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2800">
                <a:solidFill>
                  <a:srgbClr val="FFFFFF"/>
                </a:solidFill>
                <a:latin typeface="Rockwell"/>
                <a:ea typeface="Rockwell"/>
                <a:cs typeface="Rockwell"/>
                <a:sym typeface="Rockwell"/>
              </a:defRPr>
            </a:lvl1pPr>
            <a:lvl2pPr indent="0" lvl="1" marL="0" algn="ctr">
              <a:spcBef>
                <a:spcPts val="0"/>
              </a:spcBef>
              <a:buNone/>
              <a:defRPr b="1" sz="2800">
                <a:solidFill>
                  <a:srgbClr val="FFFFFF"/>
                </a:solidFill>
                <a:latin typeface="Rockwell"/>
                <a:ea typeface="Rockwell"/>
                <a:cs typeface="Rockwell"/>
                <a:sym typeface="Rockwell"/>
              </a:defRPr>
            </a:lvl2pPr>
            <a:lvl3pPr indent="0" lvl="2" marL="0" algn="ctr">
              <a:spcBef>
                <a:spcPts val="0"/>
              </a:spcBef>
              <a:buNone/>
              <a:defRPr b="1" sz="2800">
                <a:solidFill>
                  <a:srgbClr val="FFFFFF"/>
                </a:solidFill>
                <a:latin typeface="Rockwell"/>
                <a:ea typeface="Rockwell"/>
                <a:cs typeface="Rockwell"/>
                <a:sym typeface="Rockwell"/>
              </a:defRPr>
            </a:lvl3pPr>
            <a:lvl4pPr indent="0" lvl="3" marL="0" algn="ctr">
              <a:spcBef>
                <a:spcPts val="0"/>
              </a:spcBef>
              <a:buNone/>
              <a:defRPr b="1" sz="2800">
                <a:solidFill>
                  <a:srgbClr val="FFFFFF"/>
                </a:solidFill>
                <a:latin typeface="Rockwell"/>
                <a:ea typeface="Rockwell"/>
                <a:cs typeface="Rockwell"/>
                <a:sym typeface="Rockwell"/>
              </a:defRPr>
            </a:lvl4pPr>
            <a:lvl5pPr indent="0" lvl="4" marL="0" algn="ctr">
              <a:spcBef>
                <a:spcPts val="0"/>
              </a:spcBef>
              <a:buNone/>
              <a:defRPr b="1" sz="2800">
                <a:solidFill>
                  <a:srgbClr val="FFFFFF"/>
                </a:solidFill>
                <a:latin typeface="Rockwell"/>
                <a:ea typeface="Rockwell"/>
                <a:cs typeface="Rockwell"/>
                <a:sym typeface="Rockwell"/>
              </a:defRPr>
            </a:lvl5pPr>
            <a:lvl6pPr indent="0" lvl="5" marL="0" algn="ctr">
              <a:spcBef>
                <a:spcPts val="0"/>
              </a:spcBef>
              <a:buNone/>
              <a:defRPr b="1" sz="2800">
                <a:solidFill>
                  <a:srgbClr val="FFFFFF"/>
                </a:solidFill>
                <a:latin typeface="Rockwell"/>
                <a:ea typeface="Rockwell"/>
                <a:cs typeface="Rockwell"/>
                <a:sym typeface="Rockwell"/>
              </a:defRPr>
            </a:lvl6pPr>
            <a:lvl7pPr indent="0" lvl="6" marL="0" algn="ctr">
              <a:spcBef>
                <a:spcPts val="0"/>
              </a:spcBef>
              <a:buNone/>
              <a:defRPr b="1" sz="2800">
                <a:solidFill>
                  <a:srgbClr val="FFFFFF"/>
                </a:solidFill>
                <a:latin typeface="Rockwell"/>
                <a:ea typeface="Rockwell"/>
                <a:cs typeface="Rockwell"/>
                <a:sym typeface="Rockwell"/>
              </a:defRPr>
            </a:lvl7pPr>
            <a:lvl8pPr indent="0" lvl="7" marL="0" algn="ctr">
              <a:spcBef>
                <a:spcPts val="0"/>
              </a:spcBef>
              <a:buNone/>
              <a:defRPr b="1" sz="2800">
                <a:solidFill>
                  <a:srgbClr val="FFFFFF"/>
                </a:solidFill>
                <a:latin typeface="Rockwell"/>
                <a:ea typeface="Rockwell"/>
                <a:cs typeface="Rockwell"/>
                <a:sym typeface="Rockwell"/>
              </a:defRPr>
            </a:lvl8pPr>
            <a:lvl9pPr indent="0" lvl="8" marL="0" algn="ctr">
              <a:spcBef>
                <a:spcPts val="0"/>
              </a:spcBef>
              <a:buNone/>
              <a:defRPr b="1" sz="2800">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2" name="Shape 42"/>
        <p:cNvGrpSpPr/>
        <p:nvPr/>
      </p:nvGrpSpPr>
      <p:grpSpPr>
        <a:xfrm>
          <a:off x="0" y="0"/>
          <a:ext cx="0" cy="0"/>
          <a:chOff x="0" y="0"/>
          <a:chExt cx="0" cy="0"/>
        </a:xfrm>
      </p:grpSpPr>
      <p:sp>
        <p:nvSpPr>
          <p:cNvPr id="43" name="Google Shape;43;p4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47"/>
          <p:cNvSpPr txBox="1"/>
          <p:nvPr>
            <p:ph idx="1" type="body"/>
          </p:nvPr>
        </p:nvSpPr>
        <p:spPr>
          <a:xfrm>
            <a:off x="1069848" y="2194560"/>
            <a:ext cx="4754880" cy="39776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25754" lvl="5" marL="2743200" algn="l">
              <a:lnSpc>
                <a:spcPct val="90000"/>
              </a:lnSpc>
              <a:spcBef>
                <a:spcPts val="400"/>
              </a:spcBef>
              <a:spcAft>
                <a:spcPts val="0"/>
              </a:spcAft>
              <a:buSzPts val="1530"/>
              <a:buChar char="▪"/>
              <a:defRPr sz="1800"/>
            </a:lvl6pPr>
            <a:lvl7pPr indent="-325754" lvl="6" marL="3200400" algn="l">
              <a:lnSpc>
                <a:spcPct val="90000"/>
              </a:lnSpc>
              <a:spcBef>
                <a:spcPts val="400"/>
              </a:spcBef>
              <a:spcAft>
                <a:spcPts val="0"/>
              </a:spcAft>
              <a:buSzPts val="1530"/>
              <a:buChar char="▪"/>
              <a:defRPr sz="1800"/>
            </a:lvl7pPr>
            <a:lvl8pPr indent="-325754" lvl="7" marL="3657600" algn="l">
              <a:lnSpc>
                <a:spcPct val="90000"/>
              </a:lnSpc>
              <a:spcBef>
                <a:spcPts val="400"/>
              </a:spcBef>
              <a:spcAft>
                <a:spcPts val="0"/>
              </a:spcAft>
              <a:buSzPts val="1530"/>
              <a:buChar char="▪"/>
              <a:defRPr sz="1800"/>
            </a:lvl8pPr>
            <a:lvl9pPr indent="-325754" lvl="8" marL="4114800" algn="l">
              <a:lnSpc>
                <a:spcPct val="90000"/>
              </a:lnSpc>
              <a:spcBef>
                <a:spcPts val="400"/>
              </a:spcBef>
              <a:spcAft>
                <a:spcPts val="200"/>
              </a:spcAft>
              <a:buSzPts val="1530"/>
              <a:buChar char="▪"/>
              <a:defRPr sz="1800"/>
            </a:lvl9pPr>
          </a:lstStyle>
          <a:p/>
        </p:txBody>
      </p:sp>
      <p:sp>
        <p:nvSpPr>
          <p:cNvPr id="45" name="Google Shape;45;p47"/>
          <p:cNvSpPr txBox="1"/>
          <p:nvPr>
            <p:ph idx="2" type="body"/>
          </p:nvPr>
        </p:nvSpPr>
        <p:spPr>
          <a:xfrm>
            <a:off x="6364224" y="2194560"/>
            <a:ext cx="4754880" cy="39776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25754" lvl="5" marL="2743200" algn="l">
              <a:lnSpc>
                <a:spcPct val="90000"/>
              </a:lnSpc>
              <a:spcBef>
                <a:spcPts val="400"/>
              </a:spcBef>
              <a:spcAft>
                <a:spcPts val="0"/>
              </a:spcAft>
              <a:buSzPts val="1530"/>
              <a:buChar char="▪"/>
              <a:defRPr sz="1800"/>
            </a:lvl6pPr>
            <a:lvl7pPr indent="-325754" lvl="6" marL="3200400" algn="l">
              <a:lnSpc>
                <a:spcPct val="90000"/>
              </a:lnSpc>
              <a:spcBef>
                <a:spcPts val="400"/>
              </a:spcBef>
              <a:spcAft>
                <a:spcPts val="0"/>
              </a:spcAft>
              <a:buSzPts val="1530"/>
              <a:buChar char="▪"/>
              <a:defRPr sz="1800"/>
            </a:lvl7pPr>
            <a:lvl8pPr indent="-325754" lvl="7" marL="3657600" algn="l">
              <a:lnSpc>
                <a:spcPct val="90000"/>
              </a:lnSpc>
              <a:spcBef>
                <a:spcPts val="400"/>
              </a:spcBef>
              <a:spcAft>
                <a:spcPts val="0"/>
              </a:spcAft>
              <a:buSzPts val="1530"/>
              <a:buChar char="▪"/>
              <a:defRPr sz="1800"/>
            </a:lvl8pPr>
            <a:lvl9pPr indent="-325754" lvl="8" marL="4114800" algn="l">
              <a:lnSpc>
                <a:spcPct val="90000"/>
              </a:lnSpc>
              <a:spcBef>
                <a:spcPts val="400"/>
              </a:spcBef>
              <a:spcAft>
                <a:spcPts val="200"/>
              </a:spcAft>
              <a:buSzPts val="1530"/>
              <a:buChar char="▪"/>
              <a:defRPr sz="1800"/>
            </a:lvl9pPr>
          </a:lstStyle>
          <a:p/>
        </p:txBody>
      </p:sp>
      <p:sp>
        <p:nvSpPr>
          <p:cNvPr id="46" name="Google Shape;46;p47"/>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7"/>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49" name="Shape 49"/>
        <p:cNvGrpSpPr/>
        <p:nvPr/>
      </p:nvGrpSpPr>
      <p:grpSpPr>
        <a:xfrm>
          <a:off x="0" y="0"/>
          <a:ext cx="0" cy="0"/>
          <a:chOff x="0" y="0"/>
          <a:chExt cx="0" cy="0"/>
        </a:xfrm>
      </p:grpSpPr>
      <p:sp>
        <p:nvSpPr>
          <p:cNvPr id="50" name="Google Shape;50;p48"/>
          <p:cNvSpPr txBox="1"/>
          <p:nvPr>
            <p:ph idx="1" type="body"/>
          </p:nvPr>
        </p:nvSpPr>
        <p:spPr>
          <a:xfrm>
            <a:off x="1066800" y="2048256"/>
            <a:ext cx="475488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1700"/>
              <a:buNone/>
              <a:defRPr b="1" sz="2000">
                <a:solidFill>
                  <a:srgbClr val="9E3611"/>
                </a:solidFill>
              </a:defRPr>
            </a:lvl1pPr>
            <a:lvl2pPr indent="-228600" lvl="1" marL="914400" algn="l">
              <a:lnSpc>
                <a:spcPct val="90000"/>
              </a:lnSpc>
              <a:spcBef>
                <a:spcPts val="400"/>
              </a:spcBef>
              <a:spcAft>
                <a:spcPts val="0"/>
              </a:spcAft>
              <a:buSzPts val="1700"/>
              <a:buNone/>
              <a:defRPr b="1" sz="2000"/>
            </a:lvl2pPr>
            <a:lvl3pPr indent="-228600" lvl="2" marL="1371600" algn="l">
              <a:lnSpc>
                <a:spcPct val="90000"/>
              </a:lnSpc>
              <a:spcBef>
                <a:spcPts val="400"/>
              </a:spcBef>
              <a:spcAft>
                <a:spcPts val="0"/>
              </a:spcAft>
              <a:buSzPts val="1530"/>
              <a:buNone/>
              <a:defRPr b="1" sz="1800"/>
            </a:lvl3pPr>
            <a:lvl4pPr indent="-228600" lvl="3" marL="1828800" algn="l">
              <a:lnSpc>
                <a:spcPct val="90000"/>
              </a:lnSpc>
              <a:spcBef>
                <a:spcPts val="400"/>
              </a:spcBef>
              <a:spcAft>
                <a:spcPts val="0"/>
              </a:spcAft>
              <a:buSzPts val="1360"/>
              <a:buNone/>
              <a:defRPr b="1" sz="1600"/>
            </a:lvl4pPr>
            <a:lvl5pPr indent="-228600" lvl="4" marL="2286000" algn="l">
              <a:lnSpc>
                <a:spcPct val="90000"/>
              </a:lnSpc>
              <a:spcBef>
                <a:spcPts val="400"/>
              </a:spcBef>
              <a:spcAft>
                <a:spcPts val="0"/>
              </a:spcAft>
              <a:buSzPts val="1360"/>
              <a:buNone/>
              <a:defRPr b="1" sz="1600"/>
            </a:lvl5pPr>
            <a:lvl6pPr indent="-228600" lvl="5" marL="2743200" algn="l">
              <a:lnSpc>
                <a:spcPct val="90000"/>
              </a:lnSpc>
              <a:spcBef>
                <a:spcPts val="400"/>
              </a:spcBef>
              <a:spcAft>
                <a:spcPts val="0"/>
              </a:spcAft>
              <a:buSzPts val="1360"/>
              <a:buNone/>
              <a:defRPr b="1" sz="1600"/>
            </a:lvl6pPr>
            <a:lvl7pPr indent="-228600" lvl="6" marL="3200400" algn="l">
              <a:lnSpc>
                <a:spcPct val="90000"/>
              </a:lnSpc>
              <a:spcBef>
                <a:spcPts val="400"/>
              </a:spcBef>
              <a:spcAft>
                <a:spcPts val="0"/>
              </a:spcAft>
              <a:buSzPts val="1360"/>
              <a:buNone/>
              <a:defRPr b="1" sz="1600"/>
            </a:lvl7pPr>
            <a:lvl8pPr indent="-228600" lvl="7" marL="3657600" algn="l">
              <a:lnSpc>
                <a:spcPct val="90000"/>
              </a:lnSpc>
              <a:spcBef>
                <a:spcPts val="400"/>
              </a:spcBef>
              <a:spcAft>
                <a:spcPts val="0"/>
              </a:spcAft>
              <a:buSzPts val="1360"/>
              <a:buNone/>
              <a:defRPr b="1" sz="1600"/>
            </a:lvl8pPr>
            <a:lvl9pPr indent="-228600" lvl="8" marL="4114800" algn="l">
              <a:lnSpc>
                <a:spcPct val="90000"/>
              </a:lnSpc>
              <a:spcBef>
                <a:spcPts val="400"/>
              </a:spcBef>
              <a:spcAft>
                <a:spcPts val="200"/>
              </a:spcAft>
              <a:buSzPts val="1360"/>
              <a:buNone/>
              <a:defRPr b="1" sz="1600"/>
            </a:lvl9pPr>
          </a:lstStyle>
          <a:p/>
        </p:txBody>
      </p:sp>
      <p:sp>
        <p:nvSpPr>
          <p:cNvPr id="51" name="Google Shape;51;p48"/>
          <p:cNvSpPr txBox="1"/>
          <p:nvPr>
            <p:ph idx="2" type="body"/>
          </p:nvPr>
        </p:nvSpPr>
        <p:spPr>
          <a:xfrm>
            <a:off x="1069848" y="2743200"/>
            <a:ext cx="4754880" cy="32918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14960" lvl="5" marL="2743200" algn="l">
              <a:lnSpc>
                <a:spcPct val="90000"/>
              </a:lnSpc>
              <a:spcBef>
                <a:spcPts val="400"/>
              </a:spcBef>
              <a:spcAft>
                <a:spcPts val="0"/>
              </a:spcAft>
              <a:buSzPts val="1360"/>
              <a:buChar char="▪"/>
              <a:defRPr sz="1600"/>
            </a:lvl6pPr>
            <a:lvl7pPr indent="-314960" lvl="6" marL="3200400" algn="l">
              <a:lnSpc>
                <a:spcPct val="90000"/>
              </a:lnSpc>
              <a:spcBef>
                <a:spcPts val="400"/>
              </a:spcBef>
              <a:spcAft>
                <a:spcPts val="0"/>
              </a:spcAft>
              <a:buSzPts val="1360"/>
              <a:buChar char="▪"/>
              <a:defRPr sz="1600"/>
            </a:lvl7pPr>
            <a:lvl8pPr indent="-314959" lvl="7" marL="3657600" algn="l">
              <a:lnSpc>
                <a:spcPct val="90000"/>
              </a:lnSpc>
              <a:spcBef>
                <a:spcPts val="400"/>
              </a:spcBef>
              <a:spcAft>
                <a:spcPts val="0"/>
              </a:spcAft>
              <a:buSzPts val="1360"/>
              <a:buChar char="▪"/>
              <a:defRPr sz="1600"/>
            </a:lvl8pPr>
            <a:lvl9pPr indent="-314959" lvl="8" marL="4114800" algn="l">
              <a:lnSpc>
                <a:spcPct val="90000"/>
              </a:lnSpc>
              <a:spcBef>
                <a:spcPts val="400"/>
              </a:spcBef>
              <a:spcAft>
                <a:spcPts val="200"/>
              </a:spcAft>
              <a:buSzPts val="1360"/>
              <a:buChar char="▪"/>
              <a:defRPr sz="1600"/>
            </a:lvl9pPr>
          </a:lstStyle>
          <a:p/>
        </p:txBody>
      </p:sp>
      <p:sp>
        <p:nvSpPr>
          <p:cNvPr id="52" name="Google Shape;52;p48"/>
          <p:cNvSpPr txBox="1"/>
          <p:nvPr>
            <p:ph idx="3" type="body"/>
          </p:nvPr>
        </p:nvSpPr>
        <p:spPr>
          <a:xfrm>
            <a:off x="6364224" y="2048256"/>
            <a:ext cx="475488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1700"/>
              <a:buNone/>
              <a:defRPr b="1" sz="2000">
                <a:solidFill>
                  <a:srgbClr val="9E3611"/>
                </a:solidFill>
              </a:defRPr>
            </a:lvl1pPr>
            <a:lvl2pPr indent="-228600" lvl="1" marL="914400" algn="l">
              <a:lnSpc>
                <a:spcPct val="90000"/>
              </a:lnSpc>
              <a:spcBef>
                <a:spcPts val="400"/>
              </a:spcBef>
              <a:spcAft>
                <a:spcPts val="0"/>
              </a:spcAft>
              <a:buSzPts val="1700"/>
              <a:buNone/>
              <a:defRPr b="1" sz="2000"/>
            </a:lvl2pPr>
            <a:lvl3pPr indent="-228600" lvl="2" marL="1371600" algn="l">
              <a:lnSpc>
                <a:spcPct val="90000"/>
              </a:lnSpc>
              <a:spcBef>
                <a:spcPts val="400"/>
              </a:spcBef>
              <a:spcAft>
                <a:spcPts val="0"/>
              </a:spcAft>
              <a:buSzPts val="1530"/>
              <a:buNone/>
              <a:defRPr b="1" sz="1800"/>
            </a:lvl3pPr>
            <a:lvl4pPr indent="-228600" lvl="3" marL="1828800" algn="l">
              <a:lnSpc>
                <a:spcPct val="90000"/>
              </a:lnSpc>
              <a:spcBef>
                <a:spcPts val="400"/>
              </a:spcBef>
              <a:spcAft>
                <a:spcPts val="0"/>
              </a:spcAft>
              <a:buSzPts val="1360"/>
              <a:buNone/>
              <a:defRPr b="1" sz="1600"/>
            </a:lvl4pPr>
            <a:lvl5pPr indent="-228600" lvl="4" marL="2286000" algn="l">
              <a:lnSpc>
                <a:spcPct val="90000"/>
              </a:lnSpc>
              <a:spcBef>
                <a:spcPts val="400"/>
              </a:spcBef>
              <a:spcAft>
                <a:spcPts val="0"/>
              </a:spcAft>
              <a:buSzPts val="1360"/>
              <a:buNone/>
              <a:defRPr b="1" sz="1600"/>
            </a:lvl5pPr>
            <a:lvl6pPr indent="-228600" lvl="5" marL="2743200" algn="l">
              <a:lnSpc>
                <a:spcPct val="90000"/>
              </a:lnSpc>
              <a:spcBef>
                <a:spcPts val="400"/>
              </a:spcBef>
              <a:spcAft>
                <a:spcPts val="0"/>
              </a:spcAft>
              <a:buSzPts val="1360"/>
              <a:buNone/>
              <a:defRPr b="1" sz="1600"/>
            </a:lvl6pPr>
            <a:lvl7pPr indent="-228600" lvl="6" marL="3200400" algn="l">
              <a:lnSpc>
                <a:spcPct val="90000"/>
              </a:lnSpc>
              <a:spcBef>
                <a:spcPts val="400"/>
              </a:spcBef>
              <a:spcAft>
                <a:spcPts val="0"/>
              </a:spcAft>
              <a:buSzPts val="1360"/>
              <a:buNone/>
              <a:defRPr b="1" sz="1600"/>
            </a:lvl7pPr>
            <a:lvl8pPr indent="-228600" lvl="7" marL="3657600" algn="l">
              <a:lnSpc>
                <a:spcPct val="90000"/>
              </a:lnSpc>
              <a:spcBef>
                <a:spcPts val="400"/>
              </a:spcBef>
              <a:spcAft>
                <a:spcPts val="0"/>
              </a:spcAft>
              <a:buSzPts val="1360"/>
              <a:buNone/>
              <a:defRPr b="1" sz="1600"/>
            </a:lvl8pPr>
            <a:lvl9pPr indent="-228600" lvl="8" marL="4114800" algn="l">
              <a:lnSpc>
                <a:spcPct val="90000"/>
              </a:lnSpc>
              <a:spcBef>
                <a:spcPts val="400"/>
              </a:spcBef>
              <a:spcAft>
                <a:spcPts val="200"/>
              </a:spcAft>
              <a:buSzPts val="1360"/>
              <a:buNone/>
              <a:defRPr b="1" sz="1600"/>
            </a:lvl9pPr>
          </a:lstStyle>
          <a:p/>
        </p:txBody>
      </p:sp>
      <p:sp>
        <p:nvSpPr>
          <p:cNvPr id="53" name="Google Shape;53;p48"/>
          <p:cNvSpPr txBox="1"/>
          <p:nvPr>
            <p:ph idx="4" type="body"/>
          </p:nvPr>
        </p:nvSpPr>
        <p:spPr>
          <a:xfrm>
            <a:off x="6364224" y="2743200"/>
            <a:ext cx="4754880" cy="32918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14960" lvl="5" marL="2743200" algn="l">
              <a:lnSpc>
                <a:spcPct val="90000"/>
              </a:lnSpc>
              <a:spcBef>
                <a:spcPts val="400"/>
              </a:spcBef>
              <a:spcAft>
                <a:spcPts val="0"/>
              </a:spcAft>
              <a:buSzPts val="1360"/>
              <a:buChar char="▪"/>
              <a:defRPr sz="1600"/>
            </a:lvl6pPr>
            <a:lvl7pPr indent="-314960" lvl="6" marL="3200400" algn="l">
              <a:lnSpc>
                <a:spcPct val="90000"/>
              </a:lnSpc>
              <a:spcBef>
                <a:spcPts val="400"/>
              </a:spcBef>
              <a:spcAft>
                <a:spcPts val="0"/>
              </a:spcAft>
              <a:buSzPts val="1360"/>
              <a:buChar char="▪"/>
              <a:defRPr sz="1600"/>
            </a:lvl7pPr>
            <a:lvl8pPr indent="-314959" lvl="7" marL="3657600" algn="l">
              <a:lnSpc>
                <a:spcPct val="90000"/>
              </a:lnSpc>
              <a:spcBef>
                <a:spcPts val="400"/>
              </a:spcBef>
              <a:spcAft>
                <a:spcPts val="0"/>
              </a:spcAft>
              <a:buSzPts val="1360"/>
              <a:buChar char="▪"/>
              <a:defRPr sz="1600"/>
            </a:lvl8pPr>
            <a:lvl9pPr indent="-314959" lvl="8" marL="4114800" algn="l">
              <a:lnSpc>
                <a:spcPct val="90000"/>
              </a:lnSpc>
              <a:spcBef>
                <a:spcPts val="400"/>
              </a:spcBef>
              <a:spcAft>
                <a:spcPts val="200"/>
              </a:spcAft>
              <a:buSzPts val="1360"/>
              <a:buChar char="▪"/>
              <a:defRPr sz="1600"/>
            </a:lvl9pPr>
          </a:lstStyle>
          <a:p/>
        </p:txBody>
      </p:sp>
      <p:sp>
        <p:nvSpPr>
          <p:cNvPr id="54" name="Google Shape;54;p48"/>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8"/>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8"/>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
        <p:nvSpPr>
          <p:cNvPr id="57" name="Google Shape;57;p4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58" name="Shape 58"/>
        <p:cNvGrpSpPr/>
        <p:nvPr/>
      </p:nvGrpSpPr>
      <p:grpSpPr>
        <a:xfrm>
          <a:off x="0" y="0"/>
          <a:ext cx="0" cy="0"/>
          <a:chOff x="0" y="0"/>
          <a:chExt cx="0" cy="0"/>
        </a:xfrm>
      </p:grpSpPr>
      <p:sp>
        <p:nvSpPr>
          <p:cNvPr id="59" name="Google Shape;59;p49"/>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9"/>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9"/>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
        <p:nvSpPr>
          <p:cNvPr id="62" name="Google Shape;62;p4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3" name="Shape 63"/>
        <p:cNvGrpSpPr/>
        <p:nvPr/>
      </p:nvGrpSpPr>
      <p:grpSpPr>
        <a:xfrm>
          <a:off x="0" y="0"/>
          <a:ext cx="0" cy="0"/>
          <a:chOff x="0" y="0"/>
          <a:chExt cx="0" cy="0"/>
        </a:xfrm>
      </p:grpSpPr>
      <p:sp>
        <p:nvSpPr>
          <p:cNvPr id="64" name="Google Shape;64;p50"/>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0"/>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0"/>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7" name="Shape 67"/>
        <p:cNvGrpSpPr/>
        <p:nvPr/>
      </p:nvGrpSpPr>
      <p:grpSpPr>
        <a:xfrm>
          <a:off x="0" y="0"/>
          <a:ext cx="0" cy="0"/>
          <a:chOff x="0" y="0"/>
          <a:chExt cx="0" cy="0"/>
        </a:xfrm>
      </p:grpSpPr>
      <p:sp>
        <p:nvSpPr>
          <p:cNvPr id="68" name="Google Shape;68;p51"/>
          <p:cNvSpPr/>
          <p:nvPr/>
        </p:nvSpPr>
        <p:spPr>
          <a:xfrm>
            <a:off x="8303740" y="0"/>
            <a:ext cx="3888259" cy="6857999"/>
          </a:xfrm>
          <a:prstGeom prst="rect">
            <a:avLst/>
          </a:prstGeom>
          <a:blipFill rotWithShape="1">
            <a:blip r:embed="rId2">
              <a:alphaModFix amt="60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69" name="Google Shape;69;p51"/>
          <p:cNvSpPr txBox="1"/>
          <p:nvPr>
            <p:ph type="title"/>
          </p:nvPr>
        </p:nvSpPr>
        <p:spPr>
          <a:xfrm>
            <a:off x="8549640" y="685800"/>
            <a:ext cx="3200400" cy="17373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200"/>
              <a:buFont typeface="Rockwel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1"/>
          <p:cNvSpPr txBox="1"/>
          <p:nvPr>
            <p:ph idx="1" type="body"/>
          </p:nvPr>
        </p:nvSpPr>
        <p:spPr>
          <a:xfrm>
            <a:off x="838200" y="685800"/>
            <a:ext cx="6711696" cy="5020056"/>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36550" lvl="5" marL="2743200" algn="l">
              <a:lnSpc>
                <a:spcPct val="90000"/>
              </a:lnSpc>
              <a:spcBef>
                <a:spcPts val="400"/>
              </a:spcBef>
              <a:spcAft>
                <a:spcPts val="0"/>
              </a:spcAft>
              <a:buSzPts val="1700"/>
              <a:buChar char="▪"/>
              <a:defRPr sz="2000"/>
            </a:lvl6pPr>
            <a:lvl7pPr indent="-336550" lvl="6" marL="3200400" algn="l">
              <a:lnSpc>
                <a:spcPct val="90000"/>
              </a:lnSpc>
              <a:spcBef>
                <a:spcPts val="400"/>
              </a:spcBef>
              <a:spcAft>
                <a:spcPts val="0"/>
              </a:spcAft>
              <a:buSzPts val="1700"/>
              <a:buChar char="▪"/>
              <a:defRPr sz="2000"/>
            </a:lvl7pPr>
            <a:lvl8pPr indent="-336550" lvl="7" marL="3657600" algn="l">
              <a:lnSpc>
                <a:spcPct val="90000"/>
              </a:lnSpc>
              <a:spcBef>
                <a:spcPts val="400"/>
              </a:spcBef>
              <a:spcAft>
                <a:spcPts val="0"/>
              </a:spcAft>
              <a:buSzPts val="1700"/>
              <a:buChar char="▪"/>
              <a:defRPr sz="2000"/>
            </a:lvl8pPr>
            <a:lvl9pPr indent="-336550" lvl="8" marL="4114800" algn="l">
              <a:lnSpc>
                <a:spcPct val="90000"/>
              </a:lnSpc>
              <a:spcBef>
                <a:spcPts val="400"/>
              </a:spcBef>
              <a:spcAft>
                <a:spcPts val="200"/>
              </a:spcAft>
              <a:buSzPts val="1700"/>
              <a:buChar char="▪"/>
              <a:defRPr sz="2000"/>
            </a:lvl9pPr>
          </a:lstStyle>
          <a:p/>
        </p:txBody>
      </p:sp>
      <p:sp>
        <p:nvSpPr>
          <p:cNvPr id="71" name="Google Shape;71;p51"/>
          <p:cNvSpPr txBox="1"/>
          <p:nvPr>
            <p:ph idx="2" type="body"/>
          </p:nvPr>
        </p:nvSpPr>
        <p:spPr>
          <a:xfrm>
            <a:off x="8549640" y="2423160"/>
            <a:ext cx="3200400" cy="32918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90"/>
              <a:buNone/>
              <a:defRPr sz="1400">
                <a:solidFill>
                  <a:srgbClr val="9E3611"/>
                </a:solidFill>
              </a:defRPr>
            </a:lvl1pPr>
            <a:lvl2pPr indent="-228600" lvl="1" marL="914400" algn="l">
              <a:lnSpc>
                <a:spcPct val="90000"/>
              </a:lnSpc>
              <a:spcBef>
                <a:spcPts val="400"/>
              </a:spcBef>
              <a:spcAft>
                <a:spcPts val="0"/>
              </a:spcAft>
              <a:buSzPts val="1020"/>
              <a:buNone/>
              <a:defRPr sz="1200"/>
            </a:lvl2pPr>
            <a:lvl3pPr indent="-228600" lvl="2" marL="1371600" algn="l">
              <a:lnSpc>
                <a:spcPct val="90000"/>
              </a:lnSpc>
              <a:spcBef>
                <a:spcPts val="400"/>
              </a:spcBef>
              <a:spcAft>
                <a:spcPts val="0"/>
              </a:spcAft>
              <a:buSzPts val="850"/>
              <a:buNone/>
              <a:defRPr sz="1000"/>
            </a:lvl3pPr>
            <a:lvl4pPr indent="-228600" lvl="3" marL="1828800" algn="l">
              <a:lnSpc>
                <a:spcPct val="90000"/>
              </a:lnSpc>
              <a:spcBef>
                <a:spcPts val="400"/>
              </a:spcBef>
              <a:spcAft>
                <a:spcPts val="0"/>
              </a:spcAft>
              <a:buSzPts val="765"/>
              <a:buNone/>
              <a:defRPr sz="900"/>
            </a:lvl4pPr>
            <a:lvl5pPr indent="-228600" lvl="4" marL="2286000" algn="l">
              <a:lnSpc>
                <a:spcPct val="90000"/>
              </a:lnSpc>
              <a:spcBef>
                <a:spcPts val="400"/>
              </a:spcBef>
              <a:spcAft>
                <a:spcPts val="0"/>
              </a:spcAft>
              <a:buSzPts val="765"/>
              <a:buNone/>
              <a:defRPr sz="900"/>
            </a:lvl5pPr>
            <a:lvl6pPr indent="-228600" lvl="5" marL="2743200" algn="l">
              <a:lnSpc>
                <a:spcPct val="90000"/>
              </a:lnSpc>
              <a:spcBef>
                <a:spcPts val="400"/>
              </a:spcBef>
              <a:spcAft>
                <a:spcPts val="0"/>
              </a:spcAft>
              <a:buSzPts val="765"/>
              <a:buNone/>
              <a:defRPr sz="900"/>
            </a:lvl6pPr>
            <a:lvl7pPr indent="-228600" lvl="6" marL="3200400" algn="l">
              <a:lnSpc>
                <a:spcPct val="90000"/>
              </a:lnSpc>
              <a:spcBef>
                <a:spcPts val="400"/>
              </a:spcBef>
              <a:spcAft>
                <a:spcPts val="0"/>
              </a:spcAft>
              <a:buSzPts val="765"/>
              <a:buNone/>
              <a:defRPr sz="900"/>
            </a:lvl7pPr>
            <a:lvl8pPr indent="-228600" lvl="7" marL="3657600" algn="l">
              <a:lnSpc>
                <a:spcPct val="90000"/>
              </a:lnSpc>
              <a:spcBef>
                <a:spcPts val="400"/>
              </a:spcBef>
              <a:spcAft>
                <a:spcPts val="0"/>
              </a:spcAft>
              <a:buSzPts val="765"/>
              <a:buNone/>
              <a:defRPr sz="900"/>
            </a:lvl8pPr>
            <a:lvl9pPr indent="-228600" lvl="8" marL="4114800" algn="l">
              <a:lnSpc>
                <a:spcPct val="90000"/>
              </a:lnSpc>
              <a:spcBef>
                <a:spcPts val="400"/>
              </a:spcBef>
              <a:spcAft>
                <a:spcPts val="200"/>
              </a:spcAft>
              <a:buSzPts val="765"/>
              <a:buNone/>
              <a:defRPr sz="900"/>
            </a:lvl9pPr>
          </a:lstStyle>
          <a:p/>
        </p:txBody>
      </p:sp>
      <p:sp>
        <p:nvSpPr>
          <p:cNvPr id="72" name="Google Shape;72;p51"/>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1"/>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74" name="Google Shape;74;p51"/>
          <p:cNvGrpSpPr/>
          <p:nvPr/>
        </p:nvGrpSpPr>
        <p:grpSpPr>
          <a:xfrm>
            <a:off x="11401725" y="6229681"/>
            <a:ext cx="457200" cy="457200"/>
            <a:chOff x="11361456" y="6195813"/>
            <a:chExt cx="548640" cy="548640"/>
          </a:xfrm>
        </p:grpSpPr>
        <p:sp>
          <p:nvSpPr>
            <p:cNvPr id="75" name="Google Shape;75;p51"/>
            <p:cNvSpPr/>
            <p:nvPr/>
          </p:nvSpPr>
          <p:spPr>
            <a:xfrm>
              <a:off x="11361456" y="6195813"/>
              <a:ext cx="548640" cy="548640"/>
            </a:xfrm>
            <a:prstGeom prst="ellipse">
              <a:avLst/>
            </a:prstGeom>
            <a:blipFill rotWithShape="1">
              <a:blip r:embed="rId3">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76" name="Google Shape;76;p51"/>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77" name="Google Shape;77;p51"/>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8" name="Shape 78"/>
        <p:cNvGrpSpPr/>
        <p:nvPr/>
      </p:nvGrpSpPr>
      <p:grpSpPr>
        <a:xfrm>
          <a:off x="0" y="0"/>
          <a:ext cx="0" cy="0"/>
          <a:chOff x="0" y="0"/>
          <a:chExt cx="0" cy="0"/>
        </a:xfrm>
      </p:grpSpPr>
      <p:sp>
        <p:nvSpPr>
          <p:cNvPr id="79" name="Google Shape;79;p52"/>
          <p:cNvSpPr/>
          <p:nvPr/>
        </p:nvSpPr>
        <p:spPr>
          <a:xfrm>
            <a:off x="8303740" y="0"/>
            <a:ext cx="3888259" cy="6857999"/>
          </a:xfrm>
          <a:prstGeom prst="rect">
            <a:avLst/>
          </a:prstGeom>
          <a:blipFill rotWithShape="1">
            <a:blip r:embed="rId2">
              <a:alphaModFix amt="60000"/>
            </a:blip>
            <a:tile algn="ctr" flip="xy" tx="0" sx="92000" ty="-704850" sy="89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80" name="Google Shape;80;p52"/>
          <p:cNvSpPr txBox="1"/>
          <p:nvPr>
            <p:ph type="title"/>
          </p:nvPr>
        </p:nvSpPr>
        <p:spPr>
          <a:xfrm>
            <a:off x="8549640" y="685800"/>
            <a:ext cx="3200400" cy="17373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200"/>
              <a:buFont typeface="Rockwell"/>
              <a:buNone/>
              <a:defRPr b="1"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2"/>
          <p:cNvSpPr/>
          <p:nvPr>
            <p:ph idx="2" type="pic"/>
          </p:nvPr>
        </p:nvSpPr>
        <p:spPr>
          <a:xfrm>
            <a:off x="0" y="0"/>
            <a:ext cx="8303740" cy="6858000"/>
          </a:xfrm>
          <a:prstGeom prst="rect">
            <a:avLst/>
          </a:prstGeom>
          <a:solidFill>
            <a:srgbClr val="E1DFDF"/>
          </a:solidFill>
          <a:ln>
            <a:noFill/>
          </a:ln>
        </p:spPr>
      </p:sp>
      <p:sp>
        <p:nvSpPr>
          <p:cNvPr id="82" name="Google Shape;82;p52"/>
          <p:cNvSpPr txBox="1"/>
          <p:nvPr>
            <p:ph idx="1" type="body"/>
          </p:nvPr>
        </p:nvSpPr>
        <p:spPr>
          <a:xfrm>
            <a:off x="8549640" y="2423160"/>
            <a:ext cx="3200400" cy="32918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90"/>
              <a:buNone/>
              <a:defRPr sz="1400">
                <a:solidFill>
                  <a:srgbClr val="9E3611"/>
                </a:solidFill>
              </a:defRPr>
            </a:lvl1pPr>
            <a:lvl2pPr indent="-228600" lvl="1" marL="914400" algn="l">
              <a:lnSpc>
                <a:spcPct val="90000"/>
              </a:lnSpc>
              <a:spcBef>
                <a:spcPts val="400"/>
              </a:spcBef>
              <a:spcAft>
                <a:spcPts val="0"/>
              </a:spcAft>
              <a:buSzPts val="1020"/>
              <a:buNone/>
              <a:defRPr sz="1200"/>
            </a:lvl2pPr>
            <a:lvl3pPr indent="-228600" lvl="2" marL="1371600" algn="l">
              <a:lnSpc>
                <a:spcPct val="90000"/>
              </a:lnSpc>
              <a:spcBef>
                <a:spcPts val="400"/>
              </a:spcBef>
              <a:spcAft>
                <a:spcPts val="0"/>
              </a:spcAft>
              <a:buSzPts val="850"/>
              <a:buNone/>
              <a:defRPr sz="1000"/>
            </a:lvl3pPr>
            <a:lvl4pPr indent="-228600" lvl="3" marL="1828800" algn="l">
              <a:lnSpc>
                <a:spcPct val="90000"/>
              </a:lnSpc>
              <a:spcBef>
                <a:spcPts val="400"/>
              </a:spcBef>
              <a:spcAft>
                <a:spcPts val="0"/>
              </a:spcAft>
              <a:buSzPts val="765"/>
              <a:buNone/>
              <a:defRPr sz="900"/>
            </a:lvl4pPr>
            <a:lvl5pPr indent="-228600" lvl="4" marL="2286000" algn="l">
              <a:lnSpc>
                <a:spcPct val="90000"/>
              </a:lnSpc>
              <a:spcBef>
                <a:spcPts val="400"/>
              </a:spcBef>
              <a:spcAft>
                <a:spcPts val="0"/>
              </a:spcAft>
              <a:buSzPts val="765"/>
              <a:buNone/>
              <a:defRPr sz="900"/>
            </a:lvl5pPr>
            <a:lvl6pPr indent="-228600" lvl="5" marL="2743200" algn="l">
              <a:lnSpc>
                <a:spcPct val="90000"/>
              </a:lnSpc>
              <a:spcBef>
                <a:spcPts val="400"/>
              </a:spcBef>
              <a:spcAft>
                <a:spcPts val="0"/>
              </a:spcAft>
              <a:buSzPts val="765"/>
              <a:buNone/>
              <a:defRPr sz="900"/>
            </a:lvl6pPr>
            <a:lvl7pPr indent="-228600" lvl="6" marL="3200400" algn="l">
              <a:lnSpc>
                <a:spcPct val="90000"/>
              </a:lnSpc>
              <a:spcBef>
                <a:spcPts val="400"/>
              </a:spcBef>
              <a:spcAft>
                <a:spcPts val="0"/>
              </a:spcAft>
              <a:buSzPts val="765"/>
              <a:buNone/>
              <a:defRPr sz="900"/>
            </a:lvl7pPr>
            <a:lvl8pPr indent="-228600" lvl="7" marL="3657600" algn="l">
              <a:lnSpc>
                <a:spcPct val="90000"/>
              </a:lnSpc>
              <a:spcBef>
                <a:spcPts val="400"/>
              </a:spcBef>
              <a:spcAft>
                <a:spcPts val="0"/>
              </a:spcAft>
              <a:buSzPts val="765"/>
              <a:buNone/>
              <a:defRPr sz="900"/>
            </a:lvl8pPr>
            <a:lvl9pPr indent="-228600" lvl="8" marL="4114800" algn="l">
              <a:lnSpc>
                <a:spcPct val="90000"/>
              </a:lnSpc>
              <a:spcBef>
                <a:spcPts val="400"/>
              </a:spcBef>
              <a:spcAft>
                <a:spcPts val="200"/>
              </a:spcAft>
              <a:buSzPts val="765"/>
              <a:buNone/>
              <a:defRPr sz="900"/>
            </a:lvl9pPr>
          </a:lstStyle>
          <a:p/>
        </p:txBody>
      </p:sp>
      <p:sp>
        <p:nvSpPr>
          <p:cNvPr id="83" name="Google Shape;83;p52"/>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84" name="Google Shape;84;p52"/>
          <p:cNvGrpSpPr/>
          <p:nvPr/>
        </p:nvGrpSpPr>
        <p:grpSpPr>
          <a:xfrm>
            <a:off x="11401725" y="6229681"/>
            <a:ext cx="457200" cy="457200"/>
            <a:chOff x="11361456" y="6195813"/>
            <a:chExt cx="548640" cy="548640"/>
          </a:xfrm>
        </p:grpSpPr>
        <p:sp>
          <p:nvSpPr>
            <p:cNvPr id="85" name="Google Shape;85;p52"/>
            <p:cNvSpPr/>
            <p:nvPr/>
          </p:nvSpPr>
          <p:spPr>
            <a:xfrm>
              <a:off x="11361456" y="6195813"/>
              <a:ext cx="548640" cy="548640"/>
            </a:xfrm>
            <a:prstGeom prst="ellipse">
              <a:avLst/>
            </a:prstGeom>
            <a:blipFill rotWithShape="1">
              <a:blip r:embed="rId3">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86" name="Google Shape;86;p52"/>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87" name="Google Shape;87;p52"/>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8" name="Shape 88"/>
        <p:cNvGrpSpPr/>
        <p:nvPr/>
      </p:nvGrpSpPr>
      <p:grpSpPr>
        <a:xfrm>
          <a:off x="0" y="0"/>
          <a:ext cx="0" cy="0"/>
          <a:chOff x="0" y="0"/>
          <a:chExt cx="0" cy="0"/>
        </a:xfrm>
      </p:grpSpPr>
      <p:sp>
        <p:nvSpPr>
          <p:cNvPr id="89" name="Google Shape;89;p5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53"/>
          <p:cNvSpPr txBox="1"/>
          <p:nvPr>
            <p:ph idx="1" type="body"/>
          </p:nvPr>
        </p:nvSpPr>
        <p:spPr>
          <a:xfrm rot="5400000">
            <a:off x="4073652" y="-882396"/>
            <a:ext cx="4050792" cy="100584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91" name="Google Shape;91;p53"/>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3"/>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3"/>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4" name="Shape 94"/>
        <p:cNvGrpSpPr/>
        <p:nvPr/>
      </p:nvGrpSpPr>
      <p:grpSpPr>
        <a:xfrm>
          <a:off x="0" y="0"/>
          <a:ext cx="0" cy="0"/>
          <a:chOff x="0" y="0"/>
          <a:chExt cx="0" cy="0"/>
        </a:xfrm>
      </p:grpSpPr>
      <p:sp>
        <p:nvSpPr>
          <p:cNvPr id="95" name="Google Shape;95;p54"/>
          <p:cNvSpPr txBox="1"/>
          <p:nvPr>
            <p:ph type="title"/>
          </p:nvPr>
        </p:nvSpPr>
        <p:spPr>
          <a:xfrm rot="5400000">
            <a:off x="7181850" y="2076450"/>
            <a:ext cx="5638800" cy="2552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54"/>
          <p:cNvSpPr txBox="1"/>
          <p:nvPr>
            <p:ph idx="1" type="body"/>
          </p:nvPr>
        </p:nvSpPr>
        <p:spPr>
          <a:xfrm rot="5400000">
            <a:off x="2000250" y="-400050"/>
            <a:ext cx="5638800" cy="75057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97" name="Google Shape;97;p54"/>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4"/>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4"/>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SzPts val="5400"/>
              <a:buFont typeface="Rockwell"/>
              <a:buNone/>
              <a:defRPr b="0" i="0" sz="5400" u="none" cap="none" strike="noStrike">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3"/>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lvl1pPr indent="-336550" lvl="0" marL="457200" marR="0" rtl="0" algn="l">
              <a:lnSpc>
                <a:spcPct val="90000"/>
              </a:lnSpc>
              <a:spcBef>
                <a:spcPts val="1200"/>
              </a:spcBef>
              <a:spcAft>
                <a:spcPts val="0"/>
              </a:spcAft>
              <a:buClr>
                <a:srgbClr val="9E3611"/>
              </a:buClr>
              <a:buSzPts val="1700"/>
              <a:buFont typeface="Noto Sans Symbols"/>
              <a:buChar char="▪"/>
              <a:defRPr b="0" i="0" sz="2000" u="none" cap="none" strike="noStrike">
                <a:solidFill>
                  <a:schemeClr val="dk1"/>
                </a:solidFill>
                <a:latin typeface="Rockwell"/>
                <a:ea typeface="Rockwell"/>
                <a:cs typeface="Rockwell"/>
                <a:sym typeface="Rockwell"/>
              </a:defRPr>
            </a:lvl1pPr>
            <a:lvl2pPr indent="-325755" lvl="1" marL="914400" marR="0" rtl="0" algn="l">
              <a:lnSpc>
                <a:spcPct val="90000"/>
              </a:lnSpc>
              <a:spcBef>
                <a:spcPts val="400"/>
              </a:spcBef>
              <a:spcAft>
                <a:spcPts val="0"/>
              </a:spcAft>
              <a:buClr>
                <a:srgbClr val="9E3611"/>
              </a:buClr>
              <a:buSzPts val="1530"/>
              <a:buFont typeface="Noto Sans Symbols"/>
              <a:buChar char="▪"/>
              <a:defRPr b="0" i="0" sz="1800" u="none" cap="none" strike="noStrike">
                <a:solidFill>
                  <a:schemeClr val="dk1"/>
                </a:solidFill>
                <a:latin typeface="Rockwell"/>
                <a:ea typeface="Rockwell"/>
                <a:cs typeface="Rockwell"/>
                <a:sym typeface="Rockwell"/>
              </a:defRPr>
            </a:lvl2pPr>
            <a:lvl3pPr indent="-314960" lvl="2" marL="13716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3pPr>
            <a:lvl4pPr indent="-314960" lvl="3" marL="18288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4pPr>
            <a:lvl5pPr indent="-314960" lvl="4" marL="22860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5pPr>
            <a:lvl6pPr indent="-314960" lvl="5" marL="27432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6pPr>
            <a:lvl7pPr indent="-314960" lvl="6" marL="32004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7pPr>
            <a:lvl8pPr indent="-314959" lvl="7" marL="36576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8pPr>
            <a:lvl9pPr indent="-314959" lvl="8" marL="4114800" marR="0" rtl="0" algn="l">
              <a:lnSpc>
                <a:spcPct val="90000"/>
              </a:lnSpc>
              <a:spcBef>
                <a:spcPts val="400"/>
              </a:spcBef>
              <a:spcAft>
                <a:spcPts val="20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9pPr>
          </a:lstStyle>
          <a:p/>
        </p:txBody>
      </p:sp>
      <p:sp>
        <p:nvSpPr>
          <p:cNvPr id="8" name="Google Shape;8;p43"/>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chemeClr val="dk2"/>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9" name="Google Shape;9;p43"/>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dk2"/>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grpSp>
        <p:nvGrpSpPr>
          <p:cNvPr id="10" name="Google Shape;10;p43"/>
          <p:cNvGrpSpPr/>
          <p:nvPr/>
        </p:nvGrpSpPr>
        <p:grpSpPr>
          <a:xfrm>
            <a:off x="11401725" y="6229681"/>
            <a:ext cx="457200" cy="457200"/>
            <a:chOff x="11361456" y="6195813"/>
            <a:chExt cx="548640" cy="548640"/>
          </a:xfrm>
        </p:grpSpPr>
        <p:sp>
          <p:nvSpPr>
            <p:cNvPr id="11" name="Google Shape;11;p43"/>
            <p:cNvSpPr/>
            <p:nvPr/>
          </p:nvSpPr>
          <p:spPr>
            <a:xfrm>
              <a:off x="11361456" y="6195813"/>
              <a:ext cx="548640" cy="548640"/>
            </a:xfrm>
            <a:prstGeom prst="ellipse">
              <a:avLst/>
            </a:prstGeom>
            <a:blipFill rotWithShape="1">
              <a:blip r:embed="rId1">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12" name="Google Shape;12;p43"/>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13" name="Google Shape;13;p43"/>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Rockwell"/>
                <a:ea typeface="Rockwell"/>
                <a:cs typeface="Rockwell"/>
                <a:sym typeface="Rockwell"/>
              </a:defRPr>
            </a:lvl1pPr>
            <a:lvl2pPr indent="0" lvl="1" marL="0" marR="0" rtl="0" algn="ctr">
              <a:spcBef>
                <a:spcPts val="0"/>
              </a:spcBef>
              <a:buNone/>
              <a:defRPr b="1" i="0" sz="1400" u="none" cap="none" strike="noStrike">
                <a:solidFill>
                  <a:srgbClr val="FFFFFF"/>
                </a:solidFill>
                <a:latin typeface="Rockwell"/>
                <a:ea typeface="Rockwell"/>
                <a:cs typeface="Rockwell"/>
                <a:sym typeface="Rockwell"/>
              </a:defRPr>
            </a:lvl2pPr>
            <a:lvl3pPr indent="0" lvl="2" marL="0" marR="0" rtl="0" algn="ctr">
              <a:spcBef>
                <a:spcPts val="0"/>
              </a:spcBef>
              <a:buNone/>
              <a:defRPr b="1" i="0" sz="1400" u="none" cap="none" strike="noStrike">
                <a:solidFill>
                  <a:srgbClr val="FFFFFF"/>
                </a:solidFill>
                <a:latin typeface="Rockwell"/>
                <a:ea typeface="Rockwell"/>
                <a:cs typeface="Rockwell"/>
                <a:sym typeface="Rockwell"/>
              </a:defRPr>
            </a:lvl3pPr>
            <a:lvl4pPr indent="0" lvl="3" marL="0" marR="0" rtl="0" algn="ctr">
              <a:spcBef>
                <a:spcPts val="0"/>
              </a:spcBef>
              <a:buNone/>
              <a:defRPr b="1" i="0" sz="1400" u="none" cap="none" strike="noStrike">
                <a:solidFill>
                  <a:srgbClr val="FFFFFF"/>
                </a:solidFill>
                <a:latin typeface="Rockwell"/>
                <a:ea typeface="Rockwell"/>
                <a:cs typeface="Rockwell"/>
                <a:sym typeface="Rockwell"/>
              </a:defRPr>
            </a:lvl4pPr>
            <a:lvl5pPr indent="0" lvl="4" marL="0" marR="0" rtl="0" algn="ctr">
              <a:spcBef>
                <a:spcPts val="0"/>
              </a:spcBef>
              <a:buNone/>
              <a:defRPr b="1" i="0" sz="1400" u="none" cap="none" strike="noStrike">
                <a:solidFill>
                  <a:srgbClr val="FFFFFF"/>
                </a:solidFill>
                <a:latin typeface="Rockwell"/>
                <a:ea typeface="Rockwell"/>
                <a:cs typeface="Rockwell"/>
                <a:sym typeface="Rockwell"/>
              </a:defRPr>
            </a:lvl5pPr>
            <a:lvl6pPr indent="0" lvl="5" marL="0" marR="0" rtl="0" algn="ctr">
              <a:spcBef>
                <a:spcPts val="0"/>
              </a:spcBef>
              <a:buNone/>
              <a:defRPr b="1" i="0" sz="1400" u="none" cap="none" strike="noStrike">
                <a:solidFill>
                  <a:srgbClr val="FFFFFF"/>
                </a:solidFill>
                <a:latin typeface="Rockwell"/>
                <a:ea typeface="Rockwell"/>
                <a:cs typeface="Rockwell"/>
                <a:sym typeface="Rockwell"/>
              </a:defRPr>
            </a:lvl6pPr>
            <a:lvl7pPr indent="0" lvl="6" marL="0" marR="0" rtl="0" algn="ctr">
              <a:spcBef>
                <a:spcPts val="0"/>
              </a:spcBef>
              <a:buNone/>
              <a:defRPr b="1" i="0" sz="1400" u="none" cap="none" strike="noStrike">
                <a:solidFill>
                  <a:srgbClr val="FFFFFF"/>
                </a:solidFill>
                <a:latin typeface="Rockwell"/>
                <a:ea typeface="Rockwell"/>
                <a:cs typeface="Rockwell"/>
                <a:sym typeface="Rockwell"/>
              </a:defRPr>
            </a:lvl7pPr>
            <a:lvl8pPr indent="0" lvl="7" marL="0" marR="0" rtl="0" algn="ctr">
              <a:spcBef>
                <a:spcPts val="0"/>
              </a:spcBef>
              <a:buNone/>
              <a:defRPr b="1" i="0" sz="1400" u="none" cap="none" strike="noStrike">
                <a:solidFill>
                  <a:srgbClr val="FFFFFF"/>
                </a:solidFill>
                <a:latin typeface="Rockwell"/>
                <a:ea typeface="Rockwell"/>
                <a:cs typeface="Rockwell"/>
                <a:sym typeface="Rockwell"/>
              </a:defRPr>
            </a:lvl8pPr>
            <a:lvl9pPr indent="0" lvl="8" marL="0" marR="0" rtl="0" algn="ctr">
              <a:spcBef>
                <a:spcPts val="0"/>
              </a:spcBef>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hyperlink" Target="https://github.com/practical-nlp/practical-nlp/tree/master/Ch3" TargetMode="External"/><Relationship Id="rId5"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2.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github.com/hanxiao/bert-as-service" TargetMode="Externa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hyperlink" Target="https://github.com/huggingface/transformer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twitter.com/sharifshameem/status/1282676454690451457" TargetMode="Externa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1051560" y="1432223"/>
            <a:ext cx="9966960" cy="3035808"/>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9600"/>
              <a:buFont typeface="Rockwell"/>
              <a:buNone/>
            </a:pPr>
            <a:r>
              <a:rPr lang="es-MX"/>
              <a:t>WORD EMBEDDING</a:t>
            </a:r>
            <a:endParaRPr/>
          </a:p>
        </p:txBody>
      </p:sp>
      <p:sp>
        <p:nvSpPr>
          <p:cNvPr id="105" name="Google Shape;105;p1"/>
          <p:cNvSpPr txBox="1"/>
          <p:nvPr>
            <p:ph idx="1" type="subTitle"/>
          </p:nvPr>
        </p:nvSpPr>
        <p:spPr>
          <a:xfrm>
            <a:off x="1069848" y="4389120"/>
            <a:ext cx="7891272" cy="10698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70"/>
              <a:buNone/>
            </a:pPr>
            <a:r>
              <a:rPr lang="es-MX"/>
              <a:t>Víctor Uc Cetina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NATURAL LANGUAGE PROCESSING</a:t>
            </a:r>
            <a:endParaRPr/>
          </a:p>
        </p:txBody>
      </p:sp>
      <p:sp>
        <p:nvSpPr>
          <p:cNvPr id="111" name="Google Shape;111;p2"/>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Natural language processing (NLP) is an area of computer science that deals with methods to analyze, model, and understand human language.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Applications</a:t>
            </a:r>
            <a:endParaRPr/>
          </a:p>
          <a:p>
            <a:pPr indent="0" lvl="0" marL="0" rtl="0" algn="l">
              <a:lnSpc>
                <a:spcPct val="90000"/>
              </a:lnSpc>
              <a:spcBef>
                <a:spcPts val="1200"/>
              </a:spcBef>
              <a:spcAft>
                <a:spcPts val="0"/>
              </a:spcAft>
              <a:buSzPts val="1700"/>
              <a:buNone/>
            </a:pPr>
            <a:r>
              <a:rPr lang="es-MX"/>
              <a:t>Spell-checking, </a:t>
            </a:r>
            <a:r>
              <a:rPr lang="es-MX">
                <a:solidFill>
                  <a:srgbClr val="00B050"/>
                </a:solidFill>
              </a:rPr>
              <a:t>keyword-based information retrieval</a:t>
            </a:r>
            <a:r>
              <a:rPr lang="es-MX"/>
              <a:t>, topic modeling, text classification, information extraction, close domain conversational agent, text summarization, question answering, machine translation, open domain conversational agent, etc.</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Why is it difficult?</a:t>
            </a:r>
            <a:endParaRPr/>
          </a:p>
          <a:p>
            <a:pPr indent="0" lvl="0" marL="0" rtl="0" algn="l">
              <a:lnSpc>
                <a:spcPct val="90000"/>
              </a:lnSpc>
              <a:spcBef>
                <a:spcPts val="1200"/>
              </a:spcBef>
              <a:spcAft>
                <a:spcPts val="0"/>
              </a:spcAft>
              <a:buSzPts val="1700"/>
              <a:buNone/>
            </a:pPr>
            <a:r>
              <a:rPr lang="es-MX"/>
              <a:t>Ambiguity, common sense, creativity, and diversity across languages.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AMBIGUITY: UNCERTAINTY OF MEANING</a:t>
            </a:r>
            <a:endParaRPr/>
          </a:p>
        </p:txBody>
      </p:sp>
      <p:sp>
        <p:nvSpPr>
          <p:cNvPr id="117" name="Google Shape;117;p3"/>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Examples from the Winograd Schema Challenge.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Example 1:</a:t>
            </a:r>
            <a:endParaRPr/>
          </a:p>
          <a:p>
            <a:pPr indent="0" lvl="0" marL="0" rtl="0" algn="l">
              <a:lnSpc>
                <a:spcPct val="90000"/>
              </a:lnSpc>
              <a:spcBef>
                <a:spcPts val="1200"/>
              </a:spcBef>
              <a:spcAft>
                <a:spcPts val="0"/>
              </a:spcAft>
              <a:buSzPts val="1700"/>
              <a:buNone/>
            </a:pPr>
            <a:r>
              <a:rPr lang="es-MX">
                <a:solidFill>
                  <a:srgbClr val="FF0000"/>
                </a:solidFill>
              </a:rPr>
              <a:t>The man </a:t>
            </a:r>
            <a:r>
              <a:rPr lang="es-MX"/>
              <a:t>couldn’t lift his son because he was so </a:t>
            </a:r>
            <a:r>
              <a:rPr lang="es-MX">
                <a:solidFill>
                  <a:srgbClr val="FF0000"/>
                </a:solidFill>
              </a:rPr>
              <a:t>weak</a:t>
            </a:r>
            <a:r>
              <a:rPr lang="es-MX"/>
              <a:t>.</a:t>
            </a:r>
            <a:endParaRPr/>
          </a:p>
          <a:p>
            <a:pPr indent="0" lvl="0" marL="0" rtl="0" algn="l">
              <a:lnSpc>
                <a:spcPct val="90000"/>
              </a:lnSpc>
              <a:spcBef>
                <a:spcPts val="1200"/>
              </a:spcBef>
              <a:spcAft>
                <a:spcPts val="0"/>
              </a:spcAft>
              <a:buSzPts val="1700"/>
              <a:buNone/>
            </a:pPr>
            <a:r>
              <a:rPr lang="es-MX"/>
              <a:t>The man couldn’t lift </a:t>
            </a:r>
            <a:r>
              <a:rPr lang="es-MX">
                <a:solidFill>
                  <a:srgbClr val="FF0000"/>
                </a:solidFill>
              </a:rPr>
              <a:t>his son</a:t>
            </a:r>
            <a:r>
              <a:rPr lang="es-MX"/>
              <a:t> because he was so </a:t>
            </a:r>
            <a:r>
              <a:rPr lang="es-MX">
                <a:solidFill>
                  <a:srgbClr val="FF0000"/>
                </a:solidFill>
              </a:rPr>
              <a:t>heavy</a:t>
            </a:r>
            <a:r>
              <a:rPr lang="es-MX"/>
              <a: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Example 2:</a:t>
            </a:r>
            <a:endParaRPr/>
          </a:p>
          <a:p>
            <a:pPr indent="0" lvl="0" marL="0" rtl="0" algn="l">
              <a:lnSpc>
                <a:spcPct val="90000"/>
              </a:lnSpc>
              <a:spcBef>
                <a:spcPts val="1200"/>
              </a:spcBef>
              <a:spcAft>
                <a:spcPts val="0"/>
              </a:spcAft>
              <a:buSzPts val="1700"/>
              <a:buNone/>
            </a:pPr>
            <a:r>
              <a:rPr lang="es-MX">
                <a:solidFill>
                  <a:srgbClr val="FF0000"/>
                </a:solidFill>
              </a:rPr>
              <a:t>John</a:t>
            </a:r>
            <a:r>
              <a:rPr lang="es-MX"/>
              <a:t> promised Bill to leave, so an hour later </a:t>
            </a:r>
            <a:r>
              <a:rPr lang="es-MX">
                <a:solidFill>
                  <a:srgbClr val="FF0000"/>
                </a:solidFill>
              </a:rPr>
              <a:t>he left</a:t>
            </a:r>
            <a:r>
              <a:rPr lang="es-MX"/>
              <a:t>.</a:t>
            </a:r>
            <a:endParaRPr/>
          </a:p>
          <a:p>
            <a:pPr indent="0" lvl="0" marL="0" rtl="0" algn="l">
              <a:lnSpc>
                <a:spcPct val="90000"/>
              </a:lnSpc>
              <a:spcBef>
                <a:spcPts val="1200"/>
              </a:spcBef>
              <a:spcAft>
                <a:spcPts val="0"/>
              </a:spcAft>
              <a:buSzPts val="1700"/>
              <a:buNone/>
            </a:pPr>
            <a:r>
              <a:rPr lang="es-MX"/>
              <a:t>John ordered </a:t>
            </a:r>
            <a:r>
              <a:rPr lang="es-MX">
                <a:solidFill>
                  <a:srgbClr val="FF0000"/>
                </a:solidFill>
              </a:rPr>
              <a:t>Bill</a:t>
            </a:r>
            <a:r>
              <a:rPr lang="es-MX"/>
              <a:t> to leave, so an hour later </a:t>
            </a:r>
            <a:r>
              <a:rPr lang="es-MX">
                <a:solidFill>
                  <a:srgbClr val="FF0000"/>
                </a:solidFill>
              </a:rPr>
              <a:t>he left</a:t>
            </a:r>
            <a:r>
              <a:rPr lang="es-MX"/>
              <a:t>.</a:t>
            </a:r>
            <a:endParaRPr/>
          </a:p>
          <a:p>
            <a:pPr indent="-74929" lvl="0" marL="182880" rtl="0" algn="l">
              <a:lnSpc>
                <a:spcPct val="90000"/>
              </a:lnSpc>
              <a:spcBef>
                <a:spcPts val="1200"/>
              </a:spcBef>
              <a:spcAft>
                <a:spcPts val="0"/>
              </a:spcAft>
              <a:buSzPts val="1700"/>
              <a:buNone/>
            </a:pPr>
            <a:r>
              <a:t/>
            </a:r>
            <a:endParaRPr/>
          </a:p>
          <a:p>
            <a:pPr indent="-74929" lvl="0" marL="182880" rtl="0" algn="l">
              <a:lnSpc>
                <a:spcPct val="90000"/>
              </a:lnSpc>
              <a:spcBef>
                <a:spcPts val="1200"/>
              </a:spcBef>
              <a:spcAft>
                <a:spcPts val="0"/>
              </a:spcAft>
              <a:buSzPts val="1700"/>
              <a:buNone/>
            </a:pPr>
            <a:r>
              <a:t/>
            </a:r>
            <a:endParaRPr/>
          </a:p>
        </p:txBody>
      </p:sp>
      <p:sp>
        <p:nvSpPr>
          <p:cNvPr id="118" name="Google Shape;118;p3"/>
          <p:cNvSpPr txBox="1"/>
          <p:nvPr/>
        </p:nvSpPr>
        <p:spPr>
          <a:xfrm>
            <a:off x="7776594" y="2093976"/>
            <a:ext cx="3724713" cy="1477328"/>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i="0" sz="1800" u="none" cap="none" strike="noStrike">
              <a:solidFill>
                <a:schemeClr val="dk1"/>
              </a:solidFill>
              <a:latin typeface="Rockwell"/>
              <a:ea typeface="Rockwell"/>
              <a:cs typeface="Rockwell"/>
              <a:sym typeface="Rockwell"/>
            </a:endParaRPr>
          </a:p>
          <a:p>
            <a:pPr indent="0" lvl="0" marL="0" marR="0" rtl="0" algn="ctr">
              <a:spcBef>
                <a:spcPts val="0"/>
              </a:spcBef>
              <a:spcAft>
                <a:spcPts val="0"/>
              </a:spcAft>
              <a:buNone/>
            </a:pPr>
            <a:r>
              <a:rPr b="1" i="0" lang="es-MX" sz="1800" u="none" cap="none" strike="noStrike">
                <a:solidFill>
                  <a:schemeClr val="dk1"/>
                </a:solidFill>
                <a:latin typeface="Rockwell"/>
                <a:ea typeface="Rockwell"/>
                <a:cs typeface="Rockwell"/>
                <a:sym typeface="Rockwell"/>
              </a:rPr>
              <a:t>Disambiguation of these examples is not possible using most NLP techniques! </a:t>
            </a:r>
            <a:endParaRPr/>
          </a:p>
          <a:p>
            <a:pPr indent="0" lvl="0" marL="0" marR="0" rtl="0" algn="ctr">
              <a:spcBef>
                <a:spcPts val="0"/>
              </a:spcBef>
              <a:spcAft>
                <a:spcPts val="0"/>
              </a:spcAft>
              <a:buNone/>
            </a:pPr>
            <a:r>
              <a:t/>
            </a:r>
            <a:endParaRPr b="0" i="0" sz="1800" u="none" cap="none" strike="noStrike">
              <a:solidFill>
                <a:srgbClr val="7F7F7F"/>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4"/>
          <p:cNvPicPr preferRelativeResize="0"/>
          <p:nvPr/>
        </p:nvPicPr>
        <p:blipFill rotWithShape="1">
          <a:blip r:embed="rId3">
            <a:alphaModFix/>
          </a:blip>
          <a:srcRect b="0" l="0" r="0" t="0"/>
          <a:stretch/>
        </p:blipFill>
        <p:spPr>
          <a:xfrm>
            <a:off x="268733" y="704674"/>
            <a:ext cx="7450111" cy="5951991"/>
          </a:xfrm>
          <a:prstGeom prst="rect">
            <a:avLst/>
          </a:prstGeom>
          <a:noFill/>
          <a:ln>
            <a:noFill/>
          </a:ln>
        </p:spPr>
      </p:pic>
      <p:sp>
        <p:nvSpPr>
          <p:cNvPr id="124" name="Google Shape;124;p4"/>
          <p:cNvSpPr txBox="1"/>
          <p:nvPr/>
        </p:nvSpPr>
        <p:spPr>
          <a:xfrm>
            <a:off x="7718844" y="631102"/>
            <a:ext cx="4043494" cy="92333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s-MX" sz="1800" u="none" cap="none" strike="noStrike">
                <a:solidFill>
                  <a:srgbClr val="742117"/>
                </a:solidFill>
                <a:latin typeface="Rockwell"/>
                <a:ea typeface="Rockwell"/>
                <a:cs typeface="Rockwell"/>
                <a:sym typeface="Rockwell"/>
              </a:rPr>
              <a:t>NLP tasks organized according to their relative difficulty</a:t>
            </a:r>
            <a:endParaRPr/>
          </a:p>
          <a:p>
            <a:pPr indent="0" lvl="0" marL="0" marR="0" rtl="0" algn="r">
              <a:spcBef>
                <a:spcPts val="0"/>
              </a:spcBef>
              <a:spcAft>
                <a:spcPts val="0"/>
              </a:spcAft>
              <a:buNone/>
            </a:pPr>
            <a:r>
              <a:rPr b="0" i="1" lang="es-MX" sz="1800" u="none" cap="none" strike="noStrike">
                <a:solidFill>
                  <a:srgbClr val="7F7F7F"/>
                </a:solidFill>
                <a:latin typeface="Rockwell"/>
                <a:ea typeface="Rockwell"/>
                <a:cs typeface="Rockwell"/>
                <a:sym typeface="Rockwell"/>
              </a:rPr>
              <a:t>(Vajjala et al. 2020)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DEEP LEARNING NLP</a:t>
            </a:r>
            <a:endParaRPr/>
          </a:p>
        </p:txBody>
      </p:sp>
      <p:pic>
        <p:nvPicPr>
          <p:cNvPr id="130" name="Google Shape;130;p5"/>
          <p:cNvPicPr preferRelativeResize="0"/>
          <p:nvPr/>
        </p:nvPicPr>
        <p:blipFill rotWithShape="1">
          <a:blip r:embed="rId3">
            <a:alphaModFix/>
          </a:blip>
          <a:srcRect b="0" l="0" r="0" t="0"/>
          <a:stretch/>
        </p:blipFill>
        <p:spPr>
          <a:xfrm>
            <a:off x="2123948" y="1861207"/>
            <a:ext cx="7950200" cy="4902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“GARBAGE IN, GARBAGE OUT.”</a:t>
            </a:r>
            <a:br>
              <a:rPr lang="es-MX"/>
            </a:br>
            <a:endParaRPr/>
          </a:p>
        </p:txBody>
      </p:sp>
      <p:sp>
        <p:nvSpPr>
          <p:cNvPr id="136" name="Google Shape;136;p6"/>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No matter how good your neural network is, if you feed in poor features, you will get poor results.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We will need to transform a given text into numerical form so that it can be fed into our ML algorithms: this is called text representation.</a:t>
            </a:r>
            <a:endParaRPr/>
          </a:p>
        </p:txBody>
      </p:sp>
      <p:sp>
        <p:nvSpPr>
          <p:cNvPr id="137" name="Google Shape;137;p6"/>
          <p:cNvSpPr txBox="1"/>
          <p:nvPr/>
        </p:nvSpPr>
        <p:spPr>
          <a:xfrm>
            <a:off x="3731172" y="4327219"/>
            <a:ext cx="1300741" cy="400110"/>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s-MX" sz="2000" u="none" cap="none" strike="noStrike">
                <a:solidFill>
                  <a:schemeClr val="dk1"/>
                </a:solidFill>
                <a:latin typeface="Rockwell"/>
                <a:ea typeface="Rockwell"/>
                <a:cs typeface="Rockwell"/>
                <a:sym typeface="Rockwell"/>
              </a:rPr>
              <a:t> Raw text </a:t>
            </a:r>
            <a:endParaRPr/>
          </a:p>
        </p:txBody>
      </p:sp>
      <p:sp>
        <p:nvSpPr>
          <p:cNvPr id="138" name="Google Shape;138;p6"/>
          <p:cNvSpPr txBox="1"/>
          <p:nvPr/>
        </p:nvSpPr>
        <p:spPr>
          <a:xfrm>
            <a:off x="5675587" y="4327219"/>
            <a:ext cx="2456250" cy="400110"/>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MX" sz="2000">
                <a:solidFill>
                  <a:schemeClr val="dk1"/>
                </a:solidFill>
                <a:latin typeface="Rockwell"/>
                <a:ea typeface="Rockwell"/>
                <a:cs typeface="Rockwell"/>
                <a:sym typeface="Rockwell"/>
              </a:rPr>
              <a:t> Vector of numbers </a:t>
            </a:r>
            <a:endParaRPr/>
          </a:p>
        </p:txBody>
      </p:sp>
      <p:cxnSp>
        <p:nvCxnSpPr>
          <p:cNvPr id="139" name="Google Shape;139;p6"/>
          <p:cNvCxnSpPr>
            <a:stCxn id="137" idx="3"/>
            <a:endCxn id="138" idx="1"/>
          </p:cNvCxnSpPr>
          <p:nvPr/>
        </p:nvCxnSpPr>
        <p:spPr>
          <a:xfrm>
            <a:off x="5031913" y="4527274"/>
            <a:ext cx="643800" cy="0"/>
          </a:xfrm>
          <a:prstGeom prst="straightConnector1">
            <a:avLst/>
          </a:prstGeom>
          <a:noFill/>
          <a:ln cap="flat" cmpd="sng" w="31750">
            <a:solidFill>
              <a:schemeClr val="dk1"/>
            </a:solidFill>
            <a:prstDash val="solid"/>
            <a:round/>
            <a:headEnd len="sm" w="sm" type="none"/>
            <a:tailEnd len="med" w="med" type="stealth"/>
          </a:ln>
        </p:spPr>
      </p:cxnSp>
      <p:sp>
        <p:nvSpPr>
          <p:cNvPr id="140" name="Google Shape;140;p6"/>
          <p:cNvSpPr txBox="1"/>
          <p:nvPr/>
        </p:nvSpPr>
        <p:spPr>
          <a:xfrm>
            <a:off x="984189" y="5288905"/>
            <a:ext cx="1014405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2000">
                <a:solidFill>
                  <a:schemeClr val="dk1"/>
                </a:solidFill>
                <a:latin typeface="Rockwell"/>
                <a:ea typeface="Rockwell"/>
                <a:cs typeface="Rockwell"/>
                <a:sym typeface="Rockwell"/>
              </a:rPr>
              <a:t>Text representation methods: </a:t>
            </a:r>
            <a:endParaRPr/>
          </a:p>
          <a:p>
            <a:pPr indent="0" lvl="0" marL="0" marR="0" rtl="0" algn="l">
              <a:spcBef>
                <a:spcPts val="0"/>
              </a:spcBef>
              <a:spcAft>
                <a:spcPts val="0"/>
              </a:spcAft>
              <a:buNone/>
            </a:pPr>
            <a:r>
              <a:rPr lang="es-MX" sz="2000">
                <a:solidFill>
                  <a:schemeClr val="dk1"/>
                </a:solidFill>
                <a:latin typeface="Rockwell"/>
                <a:ea typeface="Rockwell"/>
                <a:cs typeface="Rockwell"/>
                <a:sym typeface="Rockwell"/>
              </a:rPr>
              <a:t>	{One-hot Encoding, Bag of words, Bag of N-grams, TF-IDF, </a:t>
            </a:r>
            <a:r>
              <a:rPr b="1" lang="es-MX" sz="2000">
                <a:solidFill>
                  <a:srgbClr val="FF0000"/>
                </a:solidFill>
                <a:latin typeface="Rockwell"/>
                <a:ea typeface="Rockwell"/>
                <a:cs typeface="Rockwell"/>
                <a:sym typeface="Rockwell"/>
              </a:rPr>
              <a:t>Word embeddings</a:t>
            </a:r>
            <a:r>
              <a:rPr lang="es-MX" sz="2000">
                <a:solidFill>
                  <a:schemeClr val="dk1"/>
                </a:solidFill>
                <a:latin typeface="Rockwell"/>
                <a:ea typeface="Rockwell"/>
                <a:cs typeface="Rockwell"/>
                <a:sym typeface="Rockwel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BASIC ENCODINGS</a:t>
            </a:r>
            <a:endParaRPr/>
          </a:p>
        </p:txBody>
      </p:sp>
      <p:sp>
        <p:nvSpPr>
          <p:cNvPr id="146" name="Google Shape;146;p7"/>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IDs:  			dog = 1,  bites = 2,  man = 3,  meat = 4 ,  food = 5,  eats = 6. </a:t>
            </a:r>
            <a:endParaRPr/>
          </a:p>
          <a:p>
            <a:pPr indent="0" lvl="0" marL="0" rtl="0" algn="l">
              <a:lnSpc>
                <a:spcPct val="90000"/>
              </a:lnSpc>
              <a:spcBef>
                <a:spcPts val="1200"/>
              </a:spcBef>
              <a:spcAft>
                <a:spcPts val="0"/>
              </a:spcAft>
              <a:buSzPts val="1700"/>
              <a:buNone/>
            </a:pPr>
            <a:r>
              <a:rPr lang="es-MX"/>
              <a:t>D1: 			“dog bites man”</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One-Hot-Vector:	[ [1 0 0 0 0 0] [0 1 0 0 0 0] [0 0 1 0 0 0]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Bag of Words:		[1 1 1 0 0 0]</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Bigrams: 		{dog bites, bites man, man bites, bites dog, dog eats, eats 			meat, man eats, eats food}.</a:t>
            </a:r>
            <a:endParaRPr/>
          </a:p>
          <a:p>
            <a:pPr indent="0" lvl="0" marL="0" rtl="0" algn="l">
              <a:lnSpc>
                <a:spcPct val="90000"/>
              </a:lnSpc>
              <a:spcBef>
                <a:spcPts val="1200"/>
              </a:spcBef>
              <a:spcAft>
                <a:spcPts val="0"/>
              </a:spcAft>
              <a:buSzPts val="1700"/>
              <a:buNone/>
            </a:pPr>
            <a:r>
              <a:rPr lang="es-MX"/>
              <a:t>Bag of N-Grams:	[1 1 0 0 0 0 0 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TF-IDF</a:t>
            </a:r>
            <a:endParaRPr/>
          </a:p>
        </p:txBody>
      </p:sp>
      <p:sp>
        <p:nvSpPr>
          <p:cNvPr id="152" name="Google Shape;152;p8"/>
          <p:cNvSpPr txBox="1"/>
          <p:nvPr>
            <p:ph idx="1" type="body"/>
          </p:nvPr>
        </p:nvSpPr>
        <p:spPr>
          <a:xfrm>
            <a:off x="1069848" y="2121408"/>
            <a:ext cx="10058400" cy="4050792"/>
          </a:xfrm>
          <a:prstGeom prst="rect">
            <a:avLst/>
          </a:prstGeom>
          <a:blipFill rotWithShape="1">
            <a:blip r:embed="rId3">
              <a:alphaModFix/>
            </a:blip>
            <a:stretch>
              <a:fillRect b="0" l="-630" r="0" t="-1873"/>
            </a:stretch>
          </a:blipFill>
          <a:ln>
            <a:noFill/>
          </a:ln>
        </p:spPr>
        <p:txBody>
          <a:bodyPr anchorCtr="0" anchor="t" bIns="45700" lIns="91425" spcFirstLastPara="1" rIns="91425" wrap="square" tIns="45700">
            <a:normAutofit/>
          </a:bodyPr>
          <a:lstStyle/>
          <a:p>
            <a:pPr indent="0" lvl="0" marL="182880" rtl="0" algn="l">
              <a:lnSpc>
                <a:spcPct val="90000"/>
              </a:lnSpc>
              <a:spcBef>
                <a:spcPts val="0"/>
              </a:spcBef>
              <a:spcAft>
                <a:spcPts val="0"/>
              </a:spcAft>
              <a:buNone/>
            </a:pPr>
            <a:r>
              <a:rPr lang="es-MX"/>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TWO MAIN APPROACHES FOR LEARNING WORD EMBEDDING</a:t>
            </a:r>
            <a:endParaRPr/>
          </a:p>
        </p:txBody>
      </p:sp>
      <p:sp>
        <p:nvSpPr>
          <p:cNvPr id="158" name="Google Shape;158;p9"/>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Count-based: </a:t>
            </a:r>
            <a:endParaRPr/>
          </a:p>
          <a:p>
            <a:pPr indent="0" lvl="0" marL="0" rtl="0" algn="l">
              <a:lnSpc>
                <a:spcPct val="90000"/>
              </a:lnSpc>
              <a:spcBef>
                <a:spcPts val="1200"/>
              </a:spcBef>
              <a:spcAft>
                <a:spcPts val="0"/>
              </a:spcAft>
              <a:buSzPts val="1700"/>
              <a:buNone/>
            </a:pPr>
            <a:r>
              <a:rPr lang="es-MX"/>
              <a:t>The first one is unsupervised, based on matrix factorization of a global word co-occurrence matrix. Raw co-occurrence counts do not work well, so we want to do smart things on top.</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Context-based: </a:t>
            </a:r>
            <a:endParaRPr/>
          </a:p>
          <a:p>
            <a:pPr indent="0" lvl="0" marL="0" rtl="0" algn="l">
              <a:lnSpc>
                <a:spcPct val="90000"/>
              </a:lnSpc>
              <a:spcBef>
                <a:spcPts val="1200"/>
              </a:spcBef>
              <a:spcAft>
                <a:spcPts val="0"/>
              </a:spcAft>
              <a:buSzPts val="1700"/>
              <a:buNone/>
            </a:pPr>
            <a:r>
              <a:rPr lang="es-MX"/>
              <a:t>The second approach is supervised. Given a local context, we want to design a model to predict the target words and in the meantime, this model learns the efficient word embedding representation.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DISTRIBUTIONAL SIMILARITY</a:t>
            </a:r>
            <a:endParaRPr/>
          </a:p>
        </p:txBody>
      </p:sp>
      <p:sp>
        <p:nvSpPr>
          <p:cNvPr id="164" name="Google Shape;164;p10"/>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This is the idea that the meaning of a word can be understood from the context in which the word appears.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For example: 	“NLP rocks.”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 literal meaning of the word “rocks” is “stones,” but from the context, it’s used to refer to something good and fashionable.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If we’re given the word “beautiful,” words that share some relationship with this word could be considered distributionally similar words. </a:t>
            </a:r>
            <a:endParaRPr/>
          </a:p>
        </p:txBody>
      </p:sp>
      <p:sp>
        <p:nvSpPr>
          <p:cNvPr id="165" name="Google Shape;165;p10"/>
          <p:cNvSpPr txBox="1"/>
          <p:nvPr/>
        </p:nvSpPr>
        <p:spPr>
          <a:xfrm>
            <a:off x="3247697" y="6014966"/>
            <a:ext cx="5415393" cy="369332"/>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  Words that are likely to occur in similar contexts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1"/>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WORD2VEC</a:t>
            </a:r>
            <a:endParaRPr/>
          </a:p>
        </p:txBody>
      </p:sp>
      <p:sp>
        <p:nvSpPr>
          <p:cNvPr id="171" name="Google Shape;171;p11"/>
          <p:cNvSpPr txBox="1"/>
          <p:nvPr>
            <p:ph idx="1" type="body"/>
          </p:nvPr>
        </p:nvSpPr>
        <p:spPr>
          <a:xfrm>
            <a:off x="1069848" y="2121408"/>
            <a:ext cx="10058400" cy="338601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In 2013, Mikolov et al. proposed Word2Vec, a neural network–based word representation model, based on “distributional similarity”.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Word2Vec can capture word analogy relationships such as:</a:t>
            </a:r>
            <a:endParaRPr/>
          </a:p>
          <a:p>
            <a:pPr indent="0" lvl="0" marL="0" rtl="0" algn="l">
              <a:lnSpc>
                <a:spcPct val="90000"/>
              </a:lnSpc>
              <a:spcBef>
                <a:spcPts val="1200"/>
              </a:spcBef>
              <a:spcAft>
                <a:spcPts val="0"/>
              </a:spcAft>
              <a:buSzPts val="1700"/>
              <a:buNone/>
            </a:pPr>
            <a:r>
              <a:t/>
            </a:r>
            <a:endParaRPr/>
          </a:p>
          <a:p>
            <a:pPr indent="0" lvl="1" marL="274320" rtl="0" algn="l">
              <a:lnSpc>
                <a:spcPct val="90000"/>
              </a:lnSpc>
              <a:spcBef>
                <a:spcPts val="400"/>
              </a:spcBef>
              <a:spcAft>
                <a:spcPts val="0"/>
              </a:spcAft>
              <a:buSzPts val="1700"/>
              <a:buNone/>
            </a:pPr>
            <a:r>
              <a:rPr lang="es-MX" sz="2000">
                <a:solidFill>
                  <a:srgbClr val="FF0000"/>
                </a:solidFill>
              </a:rPr>
              <a:t>King -&gt; Man </a:t>
            </a:r>
            <a:endParaRPr/>
          </a:p>
          <a:p>
            <a:pPr indent="0" lvl="1" marL="274320" rtl="0" algn="l">
              <a:lnSpc>
                <a:spcPct val="90000"/>
              </a:lnSpc>
              <a:spcBef>
                <a:spcPts val="600"/>
              </a:spcBef>
              <a:spcAft>
                <a:spcPts val="0"/>
              </a:spcAft>
              <a:buSzPts val="1700"/>
              <a:buNone/>
            </a:pPr>
            <a:r>
              <a:rPr lang="es-MX" sz="2000">
                <a:solidFill>
                  <a:srgbClr val="FF0000"/>
                </a:solidFill>
              </a:rPr>
              <a:t>Woman -&gt; ?  	</a:t>
            </a:r>
            <a:r>
              <a:rPr lang="es-MX" sz="2000">
                <a:solidFill>
                  <a:srgbClr val="0070C0"/>
                </a:solidFill>
              </a:rPr>
              <a:t>Queen</a:t>
            </a:r>
            <a:endParaRPr/>
          </a:p>
          <a:p>
            <a:pPr indent="0" lvl="1" marL="274320" rtl="0" algn="l">
              <a:lnSpc>
                <a:spcPct val="90000"/>
              </a:lnSpc>
              <a:spcBef>
                <a:spcPts val="600"/>
              </a:spcBef>
              <a:spcAft>
                <a:spcPts val="0"/>
              </a:spcAft>
              <a:buSzPts val="1700"/>
              <a:buNone/>
            </a:pPr>
            <a:r>
              <a:t/>
            </a:r>
            <a:endParaRPr sz="2000">
              <a:solidFill>
                <a:srgbClr val="FF0000"/>
              </a:solidFill>
            </a:endParaRPr>
          </a:p>
          <a:p>
            <a:pPr indent="0" lvl="0" marL="0" rtl="0" algn="l">
              <a:lnSpc>
                <a:spcPct val="90000"/>
              </a:lnSpc>
              <a:spcBef>
                <a:spcPts val="1400"/>
              </a:spcBef>
              <a:spcAft>
                <a:spcPts val="0"/>
              </a:spcAft>
              <a:buSzPts val="1700"/>
              <a:buNone/>
            </a:pPr>
            <a:r>
              <a:rPr lang="es-MX"/>
              <a:t>This model is able to correctly answer many more analogies like this. </a:t>
            </a:r>
            <a:endParaRPr/>
          </a:p>
          <a:p>
            <a:pPr indent="0" lvl="0" marL="0" rtl="0" algn="l">
              <a:lnSpc>
                <a:spcPct val="90000"/>
              </a:lnSpc>
              <a:spcBef>
                <a:spcPts val="1200"/>
              </a:spcBef>
              <a:spcAft>
                <a:spcPts val="0"/>
              </a:spcAft>
              <a:buSzPts val="1700"/>
              <a:buNone/>
            </a:pPr>
            <a:r>
              <a:t/>
            </a:r>
            <a:endParaRPr/>
          </a:p>
        </p:txBody>
      </p:sp>
      <p:sp>
        <p:nvSpPr>
          <p:cNvPr id="172" name="Google Shape;172;p11"/>
          <p:cNvSpPr txBox="1"/>
          <p:nvPr/>
        </p:nvSpPr>
        <p:spPr>
          <a:xfrm>
            <a:off x="1689958" y="5534853"/>
            <a:ext cx="8200002" cy="400110"/>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MX" sz="2000">
                <a:solidFill>
                  <a:schemeClr val="dk1"/>
                </a:solidFill>
                <a:latin typeface="Rockwell"/>
                <a:ea typeface="Rockwell"/>
                <a:cs typeface="Rockwell"/>
                <a:sym typeface="Rockwell"/>
              </a:rPr>
              <a:t>  The Word2vec model is in many ways the dawn of modern-day NLP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WORD2VEC</a:t>
            </a:r>
            <a:endParaRPr/>
          </a:p>
        </p:txBody>
      </p:sp>
      <p:sp>
        <p:nvSpPr>
          <p:cNvPr id="178" name="Google Shape;178;p12"/>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Word representations learned by Word2vec are </a:t>
            </a:r>
            <a:r>
              <a:rPr b="1" lang="es-MX">
                <a:solidFill>
                  <a:srgbClr val="0070C0"/>
                </a:solidFill>
              </a:rPr>
              <a:t>low dimensional </a:t>
            </a:r>
            <a:r>
              <a:rPr lang="es-MX"/>
              <a:t>and </a:t>
            </a:r>
            <a:r>
              <a:rPr b="1" lang="es-MX">
                <a:solidFill>
                  <a:srgbClr val="92D050"/>
                </a:solidFill>
              </a:rPr>
              <a:t>dense</a:t>
            </a:r>
            <a:r>
              <a:rPr b="1" lang="es-MX"/>
              <a: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b="1" lang="es-MX">
                <a:solidFill>
                  <a:srgbClr val="0070C0"/>
                </a:solidFill>
              </a:rPr>
              <a:t>Low dimensional: vectors of dimensions 50–500, instead of several thousands.</a:t>
            </a:r>
            <a:endParaRPr/>
          </a:p>
          <a:p>
            <a:pPr indent="0" lvl="0" marL="0" rtl="0" algn="l">
              <a:lnSpc>
                <a:spcPct val="90000"/>
              </a:lnSpc>
              <a:spcBef>
                <a:spcPts val="1200"/>
              </a:spcBef>
              <a:spcAft>
                <a:spcPts val="0"/>
              </a:spcAft>
              <a:buSzPts val="1700"/>
              <a:buNone/>
            </a:pPr>
            <a:r>
              <a:t/>
            </a:r>
            <a:endParaRPr>
              <a:solidFill>
                <a:srgbClr val="92D050"/>
              </a:solidFill>
            </a:endParaRPr>
          </a:p>
          <a:p>
            <a:pPr indent="0" lvl="0" marL="0" rtl="0" algn="l">
              <a:lnSpc>
                <a:spcPct val="90000"/>
              </a:lnSpc>
              <a:spcBef>
                <a:spcPts val="1200"/>
              </a:spcBef>
              <a:spcAft>
                <a:spcPts val="0"/>
              </a:spcAft>
              <a:buSzPts val="1700"/>
              <a:buNone/>
            </a:pPr>
            <a:r>
              <a:rPr b="1" lang="es-MX">
                <a:solidFill>
                  <a:srgbClr val="92D050"/>
                </a:solidFill>
              </a:rPr>
              <a:t>Dense: most values in these vectors are non-zero.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-&gt; Such representations make ML tasks more tractable and efficient.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Word2vec takes a large corpus of text as input and “learns” to represent the words in a common vector space based on the contexts in which they appear in the corpus, using a two-layer neural 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PRE-TRAINED EMBEDDINGS</a:t>
            </a:r>
            <a:endParaRPr/>
          </a:p>
        </p:txBody>
      </p:sp>
      <p:sp>
        <p:nvSpPr>
          <p:cNvPr id="184" name="Google Shape;184;p13"/>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Training your own word embeddings is a pretty expensive process (in terms of both time and computing).</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There are some pre-tained word embeddings trained on a large corpus, such as Wikipedia, news articles, or even the entire web.</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Some of the most popular pre-trained embeddings are Word2vec by Google, GloVe by Stanford, and fasttext embeddings by Facebook. They’re available for various dimensions like d = 25, 50, 100, 200, 300, 600.</a:t>
            </a:r>
            <a:endParaRPr/>
          </a:p>
          <a:p>
            <a:pPr indent="0" lvl="0" marL="0" rtl="0" algn="l">
              <a:lnSpc>
                <a:spcPct val="90000"/>
              </a:lnSpc>
              <a:spcBef>
                <a:spcPts val="1200"/>
              </a:spcBef>
              <a:spcAft>
                <a:spcPts val="0"/>
              </a:spcAft>
              <a:buSzPts val="17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TRAINING YOUR OWN EMBEDDINGS</a:t>
            </a:r>
            <a:endParaRPr/>
          </a:p>
        </p:txBody>
      </p:sp>
      <p:sp>
        <p:nvSpPr>
          <p:cNvPr id="190" name="Google Shape;190;p14"/>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solidFill>
                  <a:srgbClr val="FF0000"/>
                </a:solidFill>
              </a:rPr>
              <a:t>Continuous bag of words (CBOW)</a:t>
            </a:r>
            <a:endParaRPr/>
          </a:p>
          <a:p>
            <a:pPr indent="0" lvl="0" marL="0" rtl="0" algn="l">
              <a:lnSpc>
                <a:spcPct val="90000"/>
              </a:lnSpc>
              <a:spcBef>
                <a:spcPts val="1200"/>
              </a:spcBef>
              <a:spcAft>
                <a:spcPts val="0"/>
              </a:spcAft>
              <a:buSzPts val="1700"/>
              <a:buNone/>
            </a:pPr>
            <a:r>
              <a:rPr lang="es-MX"/>
              <a:t>In CBOW, the primary task is to build a language model that correctly predicts the center word given the context words in which the center word appears.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solidFill>
                <a:srgbClr val="FF0000"/>
              </a:solidFill>
            </a:endParaRPr>
          </a:p>
        </p:txBody>
      </p:sp>
      <p:pic>
        <p:nvPicPr>
          <p:cNvPr id="191" name="Google Shape;191;p14"/>
          <p:cNvPicPr preferRelativeResize="0"/>
          <p:nvPr/>
        </p:nvPicPr>
        <p:blipFill rotWithShape="1">
          <a:blip r:embed="rId3">
            <a:alphaModFix/>
          </a:blip>
          <a:srcRect b="0" l="0" r="0" t="0"/>
          <a:stretch/>
        </p:blipFill>
        <p:spPr>
          <a:xfrm>
            <a:off x="1069848" y="3872155"/>
            <a:ext cx="9314374" cy="1712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TRAINING YOUR OWN EMBEDDINGS</a:t>
            </a:r>
            <a:endParaRPr/>
          </a:p>
        </p:txBody>
      </p:sp>
      <p:sp>
        <p:nvSpPr>
          <p:cNvPr id="197" name="Google Shape;197;p15"/>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solidFill>
                  <a:srgbClr val="FF0000"/>
                </a:solidFill>
              </a:rPr>
              <a:t>SkipGram</a:t>
            </a:r>
            <a:endParaRPr/>
          </a:p>
          <a:p>
            <a:pPr indent="0" lvl="0" marL="0" rtl="0" algn="l">
              <a:lnSpc>
                <a:spcPct val="90000"/>
              </a:lnSpc>
              <a:spcBef>
                <a:spcPts val="1200"/>
              </a:spcBef>
              <a:spcAft>
                <a:spcPts val="0"/>
              </a:spcAft>
              <a:buSzPts val="1700"/>
              <a:buNone/>
            </a:pPr>
            <a:r>
              <a:rPr lang="es-MX"/>
              <a:t>In SkipGram, the task is to predict the context words from the center word. </a:t>
            </a:r>
            <a:endParaRPr/>
          </a:p>
          <a:p>
            <a:pPr indent="0" lvl="0" marL="0" rtl="0" algn="l">
              <a:lnSpc>
                <a:spcPct val="90000"/>
              </a:lnSpc>
              <a:spcBef>
                <a:spcPts val="1200"/>
              </a:spcBef>
              <a:spcAft>
                <a:spcPts val="0"/>
              </a:spcAft>
              <a:buSzPts val="1700"/>
              <a:buNone/>
            </a:pPr>
            <a:r>
              <a:t/>
            </a:r>
            <a:endParaRPr/>
          </a:p>
        </p:txBody>
      </p:sp>
      <p:pic>
        <p:nvPicPr>
          <p:cNvPr id="198" name="Google Shape;198;p15"/>
          <p:cNvPicPr preferRelativeResize="0"/>
          <p:nvPr/>
        </p:nvPicPr>
        <p:blipFill rotWithShape="1">
          <a:blip r:embed="rId3">
            <a:alphaModFix/>
          </a:blip>
          <a:srcRect b="0" l="0" r="0" t="0"/>
          <a:stretch/>
        </p:blipFill>
        <p:spPr>
          <a:xfrm>
            <a:off x="1069848" y="3785754"/>
            <a:ext cx="9124083" cy="16428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609600" y="0"/>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SKIPGRAM TRAINING</a:t>
            </a:r>
            <a:endParaRPr/>
          </a:p>
        </p:txBody>
      </p:sp>
      <p:pic>
        <p:nvPicPr>
          <p:cNvPr id="204" name="Google Shape;204;p16"/>
          <p:cNvPicPr preferRelativeResize="0"/>
          <p:nvPr/>
        </p:nvPicPr>
        <p:blipFill rotWithShape="1">
          <a:blip r:embed="rId3">
            <a:alphaModFix/>
          </a:blip>
          <a:srcRect b="0" l="0" r="0" t="0"/>
          <a:stretch/>
        </p:blipFill>
        <p:spPr>
          <a:xfrm>
            <a:off x="183115" y="1609344"/>
            <a:ext cx="7012831" cy="4846320"/>
          </a:xfrm>
          <a:prstGeom prst="rect">
            <a:avLst/>
          </a:prstGeom>
          <a:noFill/>
          <a:ln>
            <a:noFill/>
          </a:ln>
        </p:spPr>
      </p:pic>
      <p:pic>
        <p:nvPicPr>
          <p:cNvPr id="205" name="Google Shape;205;p16"/>
          <p:cNvPicPr preferRelativeResize="0"/>
          <p:nvPr/>
        </p:nvPicPr>
        <p:blipFill rotWithShape="1">
          <a:blip r:embed="rId4">
            <a:alphaModFix/>
          </a:blip>
          <a:srcRect b="0" l="0" r="0" t="0"/>
          <a:stretch/>
        </p:blipFill>
        <p:spPr>
          <a:xfrm>
            <a:off x="7195946" y="457200"/>
            <a:ext cx="5032690" cy="640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VISUALIZING EMBEDDINGS</a:t>
            </a:r>
            <a:endParaRPr/>
          </a:p>
        </p:txBody>
      </p:sp>
      <p:pic>
        <p:nvPicPr>
          <p:cNvPr id="211" name="Google Shape;211;p17"/>
          <p:cNvPicPr preferRelativeResize="0"/>
          <p:nvPr/>
        </p:nvPicPr>
        <p:blipFill rotWithShape="1">
          <a:blip r:embed="rId3">
            <a:alphaModFix/>
          </a:blip>
          <a:srcRect b="0" l="0" r="0" t="0"/>
          <a:stretch/>
        </p:blipFill>
        <p:spPr>
          <a:xfrm>
            <a:off x="1069848" y="1758807"/>
            <a:ext cx="5198367" cy="5099193"/>
          </a:xfrm>
          <a:prstGeom prst="rect">
            <a:avLst/>
          </a:prstGeom>
          <a:noFill/>
          <a:ln>
            <a:noFill/>
          </a:ln>
        </p:spPr>
      </p:pic>
      <p:sp>
        <p:nvSpPr>
          <p:cNvPr id="212" name="Google Shape;212;p17"/>
          <p:cNvSpPr txBox="1"/>
          <p:nvPr/>
        </p:nvSpPr>
        <p:spPr>
          <a:xfrm>
            <a:off x="6620291" y="5686097"/>
            <a:ext cx="432041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2000">
                <a:solidFill>
                  <a:srgbClr val="C00000"/>
                </a:solidFill>
                <a:latin typeface="Rockwell"/>
                <a:ea typeface="Rockwell"/>
                <a:cs typeface="Rockwell"/>
                <a:sym typeface="Rockwell"/>
              </a:rPr>
              <a:t>Visualizing MNIST data using t-SNE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PYTHON CODE</a:t>
            </a:r>
            <a:endParaRPr/>
          </a:p>
        </p:txBody>
      </p:sp>
      <p:pic>
        <p:nvPicPr>
          <p:cNvPr id="218" name="Google Shape;218;p18"/>
          <p:cNvPicPr preferRelativeResize="0"/>
          <p:nvPr/>
        </p:nvPicPr>
        <p:blipFill rotWithShape="1">
          <a:blip r:embed="rId3">
            <a:alphaModFix/>
          </a:blip>
          <a:srcRect b="0" l="0" r="0" t="0"/>
          <a:stretch/>
        </p:blipFill>
        <p:spPr>
          <a:xfrm>
            <a:off x="0" y="1768962"/>
            <a:ext cx="8547757" cy="4987000"/>
          </a:xfrm>
          <a:prstGeom prst="rect">
            <a:avLst/>
          </a:prstGeom>
          <a:noFill/>
          <a:ln>
            <a:noFill/>
          </a:ln>
        </p:spPr>
      </p:pic>
      <p:sp>
        <p:nvSpPr>
          <p:cNvPr id="219" name="Google Shape;219;p18"/>
          <p:cNvSpPr txBox="1"/>
          <p:nvPr/>
        </p:nvSpPr>
        <p:spPr>
          <a:xfrm>
            <a:off x="4761186" y="1399630"/>
            <a:ext cx="6955750" cy="36933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u="sng">
                <a:solidFill>
                  <a:schemeClr val="dk1"/>
                </a:solidFill>
                <a:latin typeface="Rockwell"/>
                <a:ea typeface="Rockwell"/>
                <a:cs typeface="Rockwell"/>
                <a:sym typeface="Rockwell"/>
                <a:hlinkClick r:id="rId4">
                  <a:extLst>
                    <a:ext uri="{A12FA001-AC4F-418D-AE19-62706E023703}">
                      <ahyp:hlinkClr val="tx"/>
                    </a:ext>
                  </a:extLst>
                </a:hlinkClick>
              </a:rPr>
              <a:t>https://github.com/practical-nlp/practical-nlp/tree/master/Ch3</a:t>
            </a:r>
            <a:endParaRPr sz="1800">
              <a:solidFill>
                <a:schemeClr val="dk1"/>
              </a:solidFill>
              <a:latin typeface="Rockwell"/>
              <a:ea typeface="Rockwell"/>
              <a:cs typeface="Rockwell"/>
              <a:sym typeface="Rockwell"/>
            </a:endParaRPr>
          </a:p>
        </p:txBody>
      </p:sp>
      <p:pic>
        <p:nvPicPr>
          <p:cNvPr id="220" name="Google Shape;220;p18"/>
          <p:cNvPicPr preferRelativeResize="0"/>
          <p:nvPr/>
        </p:nvPicPr>
        <p:blipFill rotWithShape="1">
          <a:blip r:embed="rId5">
            <a:alphaModFix/>
          </a:blip>
          <a:srcRect b="0" l="0" r="0" t="0"/>
          <a:stretch/>
        </p:blipFill>
        <p:spPr>
          <a:xfrm>
            <a:off x="8379810" y="2022564"/>
            <a:ext cx="3675555" cy="47333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COVE</a:t>
            </a:r>
            <a:endParaRPr/>
          </a:p>
        </p:txBody>
      </p:sp>
      <p:sp>
        <p:nvSpPr>
          <p:cNvPr id="226" name="Google Shape;226;p19"/>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CoVe (</a:t>
            </a:r>
            <a:r>
              <a:rPr i="1" lang="es-MX">
                <a:solidFill>
                  <a:srgbClr val="7F7F7F"/>
                </a:solidFill>
              </a:rPr>
              <a:t>McCann et al. 2017</a:t>
            </a:r>
            <a:r>
              <a:rPr lang="es-MX"/>
              <a:t>), short for Contextual Word Vectors, is a type of word embeddings learned by an encoder in an attentional seq-to-seq machine translation model.</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 Neural Machine Translation (NMT) model is composed of a standard, two-layer, bidirectional LSTM encoder and an attentional two-layer unidirectional LSTM decoder.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Pre-trained on the English-German translation task. </a:t>
            </a:r>
            <a:endParaRPr/>
          </a:p>
          <a:p>
            <a:pPr indent="0" lvl="0" marL="0" rtl="0" algn="l">
              <a:lnSpc>
                <a:spcPct val="90000"/>
              </a:lnSpc>
              <a:spcBef>
                <a:spcPts val="1200"/>
              </a:spcBef>
              <a:spcAft>
                <a:spcPts val="0"/>
              </a:spcAft>
              <a:buSzPts val="1700"/>
              <a:buNone/>
            </a:pPr>
            <a:r>
              <a:rPr lang="es-MX"/>
              <a:t>The encoder learns and optimizes the embedding vectors of English words in order to translate them to German. </a:t>
            </a:r>
            <a:endParaRPr/>
          </a:p>
          <a:p>
            <a:pPr indent="0" lvl="0" marL="0" rtl="0" algn="l">
              <a:lnSpc>
                <a:spcPct val="90000"/>
              </a:lnSpc>
              <a:spcBef>
                <a:spcPts val="1200"/>
              </a:spcBef>
              <a:spcAft>
                <a:spcPts val="0"/>
              </a:spcAft>
              <a:buSzPts val="17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txBox="1"/>
          <p:nvPr>
            <p:ph type="title"/>
          </p:nvPr>
        </p:nvSpPr>
        <p:spPr>
          <a:xfrm>
            <a:off x="365656" y="0"/>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COVE</a:t>
            </a:r>
            <a:endParaRPr/>
          </a:p>
        </p:txBody>
      </p:sp>
      <p:sp>
        <p:nvSpPr>
          <p:cNvPr id="232" name="Google Shape;232;p20"/>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74929" lvl="0" marL="182880" rtl="0" algn="l">
              <a:lnSpc>
                <a:spcPct val="90000"/>
              </a:lnSpc>
              <a:spcBef>
                <a:spcPts val="0"/>
              </a:spcBef>
              <a:spcAft>
                <a:spcPts val="0"/>
              </a:spcAft>
              <a:buSzPts val="1700"/>
              <a:buNone/>
            </a:pPr>
            <a:r>
              <a:t/>
            </a:r>
            <a:endParaRPr/>
          </a:p>
        </p:txBody>
      </p:sp>
      <p:pic>
        <p:nvPicPr>
          <p:cNvPr id="233" name="Google Shape;233;p20"/>
          <p:cNvPicPr preferRelativeResize="0"/>
          <p:nvPr/>
        </p:nvPicPr>
        <p:blipFill rotWithShape="1">
          <a:blip r:embed="rId3">
            <a:alphaModFix/>
          </a:blip>
          <a:srcRect b="0" l="0" r="0" t="0"/>
          <a:stretch/>
        </p:blipFill>
        <p:spPr>
          <a:xfrm>
            <a:off x="533820" y="1240553"/>
            <a:ext cx="10594428" cy="525311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GLOVE: GLOBAL VECTORS</a:t>
            </a:r>
            <a:endParaRPr/>
          </a:p>
        </p:txBody>
      </p:sp>
      <p:sp>
        <p:nvSpPr>
          <p:cNvPr id="239" name="Google Shape;239;p21"/>
          <p:cNvSpPr txBox="1"/>
          <p:nvPr>
            <p:ph idx="1" type="body"/>
          </p:nvPr>
        </p:nvSpPr>
        <p:spPr>
          <a:xfrm>
            <a:off x="1069848" y="2121408"/>
            <a:ext cx="10058400" cy="32703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The GloVe model (</a:t>
            </a:r>
            <a:r>
              <a:rPr i="1" lang="es-MX">
                <a:solidFill>
                  <a:srgbClr val="7F7F7F"/>
                </a:solidFill>
              </a:rPr>
              <a:t>Pennington, 2014</a:t>
            </a:r>
            <a:r>
              <a:rPr lang="es-MX"/>
              <a:t>) is trained on the non-zero entries of a global word-word co-occurrence matrix, which tabulates how frequently words co-occur with one another in a given corpus.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Populating this matrix requires a single pass through the entire corpus to collect the statistics, which can be computationally expensive.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 training objective of GloVe associates the logarithm of ratios of co-occurrence probabilities with vector differences in the word vector space.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p:txBody>
      </p:sp>
      <p:sp>
        <p:nvSpPr>
          <p:cNvPr id="240" name="Google Shape;240;p21"/>
          <p:cNvSpPr txBox="1"/>
          <p:nvPr/>
        </p:nvSpPr>
        <p:spPr>
          <a:xfrm>
            <a:off x="2357365" y="5812221"/>
            <a:ext cx="7483366" cy="369332"/>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  The resulting word vectors perform very well on word analogy tasks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type="title"/>
          </p:nvPr>
        </p:nvSpPr>
        <p:spPr>
          <a:xfrm>
            <a:off x="439227" y="0"/>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GLOVE</a:t>
            </a:r>
            <a:endParaRPr/>
          </a:p>
        </p:txBody>
      </p:sp>
      <p:sp>
        <p:nvSpPr>
          <p:cNvPr id="246" name="Google Shape;246;p22"/>
          <p:cNvSpPr txBox="1"/>
          <p:nvPr>
            <p:ph idx="1" type="body"/>
          </p:nvPr>
        </p:nvSpPr>
        <p:spPr>
          <a:xfrm>
            <a:off x="1017297" y="1438235"/>
            <a:ext cx="10058400" cy="185150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 </a:t>
            </a:r>
            <a:endParaRPr/>
          </a:p>
          <a:p>
            <a:pPr indent="0" lvl="0" marL="0" rtl="0" algn="l">
              <a:lnSpc>
                <a:spcPct val="90000"/>
              </a:lnSpc>
              <a:spcBef>
                <a:spcPts val="1200"/>
              </a:spcBef>
              <a:spcAft>
                <a:spcPts val="0"/>
              </a:spcAft>
              <a:buSzPts val="1700"/>
              <a:buNone/>
            </a:pPr>
            <a:r>
              <a:rPr lang="es-MX">
                <a:solidFill>
                  <a:srgbClr val="FF0000"/>
                </a:solidFill>
              </a:rPr>
              <a:t>The main intuition </a:t>
            </a:r>
            <a:endParaRPr/>
          </a:p>
          <a:p>
            <a:pPr indent="0" lvl="0" marL="0" rtl="0" algn="l">
              <a:lnSpc>
                <a:spcPct val="90000"/>
              </a:lnSpc>
              <a:spcBef>
                <a:spcPts val="1200"/>
              </a:spcBef>
              <a:spcAft>
                <a:spcPts val="0"/>
              </a:spcAft>
              <a:buSzPts val="1700"/>
              <a:buNone/>
            </a:pPr>
            <a:r>
              <a:rPr lang="es-MX"/>
              <a:t>Ratios of word-word co-occurrence probabilities have the potential for encoding some form of meaning.</a:t>
            </a:r>
            <a:endParaRPr/>
          </a:p>
          <a:p>
            <a:pPr indent="0" lvl="0" marL="0" rtl="0" algn="l">
              <a:lnSpc>
                <a:spcPct val="90000"/>
              </a:lnSpc>
              <a:spcBef>
                <a:spcPts val="1200"/>
              </a:spcBef>
              <a:spcAft>
                <a:spcPts val="0"/>
              </a:spcAft>
              <a:buSzPts val="1700"/>
              <a:buNone/>
            </a:pPr>
            <a:r>
              <a:t/>
            </a:r>
            <a:endParaRPr/>
          </a:p>
        </p:txBody>
      </p:sp>
      <p:pic>
        <p:nvPicPr>
          <p:cNvPr id="247" name="Google Shape;247;p22"/>
          <p:cNvPicPr preferRelativeResize="0"/>
          <p:nvPr/>
        </p:nvPicPr>
        <p:blipFill rotWithShape="1">
          <a:blip r:embed="rId3">
            <a:alphaModFix/>
          </a:blip>
          <a:srcRect b="0" l="0" r="0" t="0"/>
          <a:stretch/>
        </p:blipFill>
        <p:spPr>
          <a:xfrm>
            <a:off x="1017297" y="4146033"/>
            <a:ext cx="9585434" cy="1833180"/>
          </a:xfrm>
          <a:prstGeom prst="rect">
            <a:avLst/>
          </a:prstGeom>
          <a:noFill/>
          <a:ln>
            <a:noFill/>
          </a:ln>
        </p:spPr>
      </p:pic>
      <p:sp>
        <p:nvSpPr>
          <p:cNvPr id="248" name="Google Shape;248;p22"/>
          <p:cNvSpPr txBox="1"/>
          <p:nvPr/>
        </p:nvSpPr>
        <p:spPr>
          <a:xfrm>
            <a:off x="1017297" y="3414299"/>
            <a:ext cx="9335393" cy="6771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2000">
                <a:solidFill>
                  <a:srgbClr val="8B7B57"/>
                </a:solidFill>
                <a:latin typeface="Rockwell"/>
                <a:ea typeface="Rockwell"/>
                <a:cs typeface="Rockwell"/>
                <a:sym typeface="Rockwell"/>
              </a:rPr>
              <a:t>Here are some actual probabilities from a 6 billion word corpus:</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type="title"/>
          </p:nvPr>
        </p:nvSpPr>
        <p:spPr>
          <a:xfrm>
            <a:off x="1101379" y="57050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COVE</a:t>
            </a:r>
            <a:endParaRPr/>
          </a:p>
        </p:txBody>
      </p:sp>
      <p:sp>
        <p:nvSpPr>
          <p:cNvPr id="254" name="Google Shape;254;p23"/>
          <p:cNvSpPr txBox="1"/>
          <p:nvPr>
            <p:ph idx="1" type="body"/>
          </p:nvPr>
        </p:nvSpPr>
        <p:spPr>
          <a:xfrm>
            <a:off x="1195972" y="2179846"/>
            <a:ext cx="10058400" cy="336961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solidFill>
                  <a:srgbClr val="FF0000"/>
                </a:solidFill>
              </a:rPr>
              <a:t>The main intuition </a:t>
            </a:r>
            <a:endParaRPr/>
          </a:p>
          <a:p>
            <a:pPr indent="0" lvl="0" marL="0" rtl="0" algn="l">
              <a:lnSpc>
                <a:spcPct val="90000"/>
              </a:lnSpc>
              <a:spcBef>
                <a:spcPts val="1200"/>
              </a:spcBef>
              <a:spcAft>
                <a:spcPts val="0"/>
              </a:spcAft>
              <a:buSzPts val="1700"/>
              <a:buNone/>
            </a:pPr>
            <a:r>
              <a:rPr lang="es-MX"/>
              <a:t>The encoder should capture high-level semantic and syntactic meanings before transforming words into another language.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CoVe word representations are functions of the entire input sentence.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The limitation of CoVe</a:t>
            </a:r>
            <a:endParaRPr/>
          </a:p>
          <a:p>
            <a:pPr indent="0" lvl="0" marL="0" rtl="0" algn="l">
              <a:lnSpc>
                <a:spcPct val="90000"/>
              </a:lnSpc>
              <a:spcBef>
                <a:spcPts val="1200"/>
              </a:spcBef>
              <a:spcAft>
                <a:spcPts val="0"/>
              </a:spcAft>
              <a:buSzPts val="1700"/>
              <a:buNone/>
            </a:pPr>
            <a:r>
              <a:rPr lang="es-MX"/>
              <a:t>Pre-training is bounded by available datasets on the supervised translation task.</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p:txBody>
      </p:sp>
      <p:sp>
        <p:nvSpPr>
          <p:cNvPr id="255" name="Google Shape;255;p23"/>
          <p:cNvSpPr txBox="1"/>
          <p:nvPr/>
        </p:nvSpPr>
        <p:spPr>
          <a:xfrm>
            <a:off x="2249215" y="5766241"/>
            <a:ext cx="6579476" cy="646331"/>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1800">
                <a:solidFill>
                  <a:schemeClr val="dk1"/>
                </a:solidFill>
                <a:latin typeface="Rockwell"/>
                <a:ea typeface="Rockwell"/>
                <a:cs typeface="Rockwell"/>
                <a:sym typeface="Rockwell"/>
              </a:rPr>
              <a:t>The encoder output is used to provide contextualized word embeddings for various downstream language tasks.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SOTA EMBEDDING METHODS</a:t>
            </a:r>
            <a:endParaRPr/>
          </a:p>
        </p:txBody>
      </p:sp>
      <p:sp>
        <p:nvSpPr>
          <p:cNvPr id="261" name="Google Shape;261;p24"/>
          <p:cNvSpPr txBox="1"/>
          <p:nvPr>
            <p:ph idx="1" type="body"/>
          </p:nvPr>
        </p:nvSpPr>
        <p:spPr>
          <a:xfrm>
            <a:off x="1527050" y="1976375"/>
            <a:ext cx="9566700" cy="4683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SzPts val="1700"/>
              <a:buNone/>
            </a:pPr>
            <a:r>
              <a:rPr b="1" lang="es-MX" sz="2300">
                <a:solidFill>
                  <a:srgbClr val="FF0000"/>
                </a:solidFill>
              </a:rPr>
              <a:t>CoVe</a:t>
            </a:r>
            <a:r>
              <a:rPr lang="es-MX" sz="2300"/>
              <a:t>		seq2seq NMT model		supervised 			2017</a:t>
            </a:r>
            <a:endParaRPr sz="2300"/>
          </a:p>
          <a:p>
            <a:pPr indent="0" lvl="0" marL="0" rtl="0" algn="l">
              <a:lnSpc>
                <a:spcPct val="150000"/>
              </a:lnSpc>
              <a:spcBef>
                <a:spcPts val="1200"/>
              </a:spcBef>
              <a:spcAft>
                <a:spcPts val="0"/>
              </a:spcAft>
              <a:buSzPts val="1700"/>
              <a:buNone/>
            </a:pPr>
            <a:r>
              <a:rPr b="1" lang="es-MX" sz="2300">
                <a:solidFill>
                  <a:srgbClr val="FF0000"/>
                </a:solidFill>
              </a:rPr>
              <a:t>ELMo</a:t>
            </a:r>
            <a:r>
              <a:rPr lang="es-MX" sz="2300"/>
              <a:t>		two-layer biLSTM			unsupervised		2018</a:t>
            </a:r>
            <a:endParaRPr sz="2300"/>
          </a:p>
          <a:p>
            <a:pPr indent="0" lvl="0" marL="0" rtl="0" algn="l">
              <a:lnSpc>
                <a:spcPct val="150000"/>
              </a:lnSpc>
              <a:spcBef>
                <a:spcPts val="1200"/>
              </a:spcBef>
              <a:spcAft>
                <a:spcPts val="0"/>
              </a:spcAft>
              <a:buSzPts val="1700"/>
              <a:buNone/>
            </a:pPr>
            <a:r>
              <a:rPr b="1" lang="es-MX" sz="2300">
                <a:solidFill>
                  <a:srgbClr val="FF0000"/>
                </a:solidFill>
              </a:rPr>
              <a:t>GPT</a:t>
            </a:r>
            <a:r>
              <a:rPr lang="es-MX" sz="2300"/>
              <a:t>		Transformer decoder		unsupervised		2018</a:t>
            </a:r>
            <a:endParaRPr sz="2300"/>
          </a:p>
          <a:p>
            <a:pPr indent="0" lvl="0" marL="0" rtl="0" algn="l">
              <a:lnSpc>
                <a:spcPct val="150000"/>
              </a:lnSpc>
              <a:spcBef>
                <a:spcPts val="1200"/>
              </a:spcBef>
              <a:spcAft>
                <a:spcPts val="0"/>
              </a:spcAft>
              <a:buSzPts val="1700"/>
              <a:buNone/>
            </a:pPr>
            <a:r>
              <a:rPr b="1" lang="es-MX" sz="2300">
                <a:solidFill>
                  <a:srgbClr val="FF0000"/>
                </a:solidFill>
              </a:rPr>
              <a:t>BERT</a:t>
            </a:r>
            <a:r>
              <a:rPr lang="es-MX" sz="2300"/>
              <a:t>		Transformer encoder		unsupervised		2019</a:t>
            </a:r>
            <a:endParaRPr sz="2300"/>
          </a:p>
          <a:p>
            <a:pPr indent="0" lvl="0" marL="0" rtl="0" algn="l">
              <a:lnSpc>
                <a:spcPct val="150000"/>
              </a:lnSpc>
              <a:spcBef>
                <a:spcPts val="1200"/>
              </a:spcBef>
              <a:spcAft>
                <a:spcPts val="0"/>
              </a:spcAft>
              <a:buSzPts val="1700"/>
              <a:buNone/>
            </a:pPr>
            <a:r>
              <a:rPr b="1" lang="es-MX" sz="2300">
                <a:solidFill>
                  <a:srgbClr val="FF0000"/>
                </a:solidFill>
              </a:rPr>
              <a:t>GPT-2</a:t>
            </a:r>
            <a:r>
              <a:rPr lang="es-MX" sz="2300"/>
              <a:t> 	Transformer decoder		unsupervised		2019</a:t>
            </a:r>
            <a:endParaRPr sz="2300"/>
          </a:p>
          <a:p>
            <a:pPr indent="0" lvl="0" marL="0" rtl="0" algn="l">
              <a:lnSpc>
                <a:spcPct val="150000"/>
              </a:lnSpc>
              <a:spcBef>
                <a:spcPts val="1200"/>
              </a:spcBef>
              <a:spcAft>
                <a:spcPts val="0"/>
              </a:spcAft>
              <a:buSzPts val="1700"/>
              <a:buNone/>
            </a:pPr>
            <a:r>
              <a:rPr b="1" lang="es-MX" sz="2300">
                <a:solidFill>
                  <a:srgbClr val="FF0000"/>
                </a:solidFill>
              </a:rPr>
              <a:t>GPT-3</a:t>
            </a:r>
            <a:r>
              <a:rPr lang="es-MX" sz="2300"/>
              <a:t> 	Transformer decoder		unsupervised		2020</a:t>
            </a:r>
            <a:endParaRPr sz="2300"/>
          </a:p>
          <a:p>
            <a:pPr indent="0" lvl="0" marL="0" rtl="0" algn="l">
              <a:lnSpc>
                <a:spcPct val="150000"/>
              </a:lnSpc>
              <a:spcBef>
                <a:spcPts val="1200"/>
              </a:spcBef>
              <a:spcAft>
                <a:spcPts val="0"/>
              </a:spcAft>
              <a:buSzPts val="1700"/>
              <a:buNone/>
            </a:pPr>
            <a:r>
              <a:rPr b="1" lang="es-MX" sz="2300">
                <a:solidFill>
                  <a:srgbClr val="FF0000"/>
                </a:solidFill>
              </a:rPr>
              <a:t>GPT-4</a:t>
            </a:r>
            <a:r>
              <a:rPr lang="es-MX" sz="2300"/>
              <a:t> 	Transformer decoder		unsupervised		2023</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CONTEXT-SPECIFIC EMBEDDING</a:t>
            </a:r>
            <a:endParaRPr/>
          </a:p>
        </p:txBody>
      </p:sp>
      <p:sp>
        <p:nvSpPr>
          <p:cNvPr id="267" name="Google Shape;267;p25"/>
          <p:cNvSpPr txBox="1"/>
          <p:nvPr>
            <p:ph idx="1" type="body"/>
          </p:nvPr>
        </p:nvSpPr>
        <p:spPr>
          <a:xfrm>
            <a:off x="1069848" y="2121408"/>
            <a:ext cx="10058400" cy="45581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Early embeddings were not context-specific, they were context-independent. They were learned based on word concurrency but not sequential context. </a:t>
            </a:r>
            <a:endParaRPr sz="2400"/>
          </a:p>
          <a:p>
            <a:pPr indent="0" lvl="0" marL="0" rtl="0" algn="l">
              <a:lnSpc>
                <a:spcPct val="90000"/>
              </a:lnSpc>
              <a:spcBef>
                <a:spcPts val="1200"/>
              </a:spcBef>
              <a:spcAft>
                <a:spcPts val="0"/>
              </a:spcAft>
              <a:buSzPts val="1700"/>
              <a:buNone/>
            </a:pPr>
            <a:r>
              <a:t/>
            </a:r>
            <a:endParaRPr/>
          </a:p>
          <a:p>
            <a:pPr indent="0" lvl="0" marL="0" rtl="0" algn="ctr">
              <a:lnSpc>
                <a:spcPct val="90000"/>
              </a:lnSpc>
              <a:spcBef>
                <a:spcPts val="1200"/>
              </a:spcBef>
              <a:spcAft>
                <a:spcPts val="0"/>
              </a:spcAft>
              <a:buSzPts val="1870"/>
              <a:buNone/>
            </a:pPr>
            <a:r>
              <a:rPr lang="es-MX" sz="2200"/>
              <a:t>“I am eating an </a:t>
            </a:r>
            <a:r>
              <a:rPr lang="es-MX" sz="2200">
                <a:solidFill>
                  <a:srgbClr val="FF0000"/>
                </a:solidFill>
              </a:rPr>
              <a:t>apple</a:t>
            </a:r>
            <a:r>
              <a:rPr lang="es-MX" sz="2200"/>
              <a:t>” </a:t>
            </a:r>
            <a:endParaRPr/>
          </a:p>
          <a:p>
            <a:pPr indent="0" lvl="0" marL="0" rtl="0" algn="ctr">
              <a:lnSpc>
                <a:spcPct val="90000"/>
              </a:lnSpc>
              <a:spcBef>
                <a:spcPts val="1200"/>
              </a:spcBef>
              <a:spcAft>
                <a:spcPts val="0"/>
              </a:spcAft>
              <a:buSzPts val="1870"/>
              <a:buNone/>
            </a:pPr>
            <a:r>
              <a:rPr lang="es-MX" sz="2200"/>
              <a:t>and </a:t>
            </a:r>
            <a:endParaRPr/>
          </a:p>
          <a:p>
            <a:pPr indent="0" lvl="0" marL="0" rtl="0" algn="ctr">
              <a:lnSpc>
                <a:spcPct val="90000"/>
              </a:lnSpc>
              <a:spcBef>
                <a:spcPts val="1200"/>
              </a:spcBef>
              <a:spcAft>
                <a:spcPts val="0"/>
              </a:spcAft>
              <a:buSzPts val="1870"/>
              <a:buNone/>
            </a:pPr>
            <a:r>
              <a:rPr lang="es-MX" sz="2200"/>
              <a:t>“I have an </a:t>
            </a:r>
            <a:r>
              <a:rPr lang="es-MX" sz="2200">
                <a:solidFill>
                  <a:srgbClr val="00B050"/>
                </a:solidFill>
              </a:rPr>
              <a:t>apple</a:t>
            </a:r>
            <a:r>
              <a:rPr lang="es-MX" sz="2200"/>
              <a:t> phone”</a:t>
            </a:r>
            <a:endParaRPr/>
          </a:p>
          <a:p>
            <a:pPr indent="0" lvl="0" marL="0" rtl="0" algn="ctr">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Two “apple” words refer to very different things:</a:t>
            </a:r>
            <a:endParaRPr/>
          </a:p>
          <a:p>
            <a:pPr indent="-182880" lvl="1" marL="457200" rtl="0" algn="l">
              <a:lnSpc>
                <a:spcPct val="90000"/>
              </a:lnSpc>
              <a:spcBef>
                <a:spcPts val="400"/>
              </a:spcBef>
              <a:spcAft>
                <a:spcPts val="0"/>
              </a:spcAft>
              <a:buSzPts val="1700"/>
              <a:buChar char="▪"/>
            </a:pPr>
            <a:r>
              <a:rPr lang="es-MX" sz="2000"/>
              <a:t>In a context-independent embedding they would share the same word embedding vector. </a:t>
            </a:r>
            <a:endParaRPr/>
          </a:p>
          <a:p>
            <a:pPr indent="-182880" lvl="1" marL="457200" rtl="0" algn="l">
              <a:lnSpc>
                <a:spcPct val="90000"/>
              </a:lnSpc>
              <a:spcBef>
                <a:spcPts val="600"/>
              </a:spcBef>
              <a:spcAft>
                <a:spcPts val="0"/>
              </a:spcAft>
              <a:buSzPts val="1700"/>
              <a:buChar char="▪"/>
            </a:pPr>
            <a:r>
              <a:rPr lang="es-MX" sz="2000"/>
              <a:t>In a context-specific embedding they would have different embedding vectors.</a:t>
            </a:r>
            <a:endParaRPr sz="2400"/>
          </a:p>
          <a:p>
            <a:pPr indent="0" lvl="0" marL="0" rtl="0" algn="l">
              <a:lnSpc>
                <a:spcPct val="90000"/>
              </a:lnSpc>
              <a:spcBef>
                <a:spcPts val="1400"/>
              </a:spcBef>
              <a:spcAft>
                <a:spcPts val="0"/>
              </a:spcAft>
              <a:buSzPts val="17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ELMO</a:t>
            </a:r>
            <a:endParaRPr/>
          </a:p>
        </p:txBody>
      </p:sp>
      <p:sp>
        <p:nvSpPr>
          <p:cNvPr id="273" name="Google Shape;273;p26"/>
          <p:cNvSpPr txBox="1"/>
          <p:nvPr>
            <p:ph idx="1" type="body"/>
          </p:nvPr>
        </p:nvSpPr>
        <p:spPr>
          <a:xfrm>
            <a:off x="650631" y="2121408"/>
            <a:ext cx="4267733" cy="3470500"/>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es-MX"/>
              <a:t>ELMo, short for Embeddings from Language Model (</a:t>
            </a:r>
            <a:r>
              <a:rPr i="1" lang="es-MX">
                <a:solidFill>
                  <a:srgbClr val="7F7F7F"/>
                </a:solidFill>
              </a:rPr>
              <a:t>Peters, et al, 2018</a:t>
            </a:r>
            <a:r>
              <a:rPr lang="es-MX"/>
              <a:t>) learns contextualized word representation by pre-training a language model in an unsupervised way.</a:t>
            </a:r>
            <a:endParaRPr/>
          </a:p>
        </p:txBody>
      </p:sp>
      <p:pic>
        <p:nvPicPr>
          <p:cNvPr id="274" name="Google Shape;274;p26"/>
          <p:cNvPicPr preferRelativeResize="0"/>
          <p:nvPr/>
        </p:nvPicPr>
        <p:blipFill rotWithShape="1">
          <a:blip r:embed="rId3">
            <a:alphaModFix/>
          </a:blip>
          <a:srcRect b="0" l="0" r="0" t="0"/>
          <a:stretch/>
        </p:blipFill>
        <p:spPr>
          <a:xfrm>
            <a:off x="4864873" y="1870901"/>
            <a:ext cx="7172065" cy="4267199"/>
          </a:xfrm>
          <a:prstGeom prst="rect">
            <a:avLst/>
          </a:prstGeom>
          <a:noFill/>
          <a:ln>
            <a:noFill/>
          </a:ln>
        </p:spPr>
      </p:pic>
      <p:sp>
        <p:nvSpPr>
          <p:cNvPr id="275" name="Google Shape;275;p26"/>
          <p:cNvSpPr txBox="1"/>
          <p:nvPr/>
        </p:nvSpPr>
        <p:spPr>
          <a:xfrm>
            <a:off x="803988" y="4648551"/>
            <a:ext cx="385477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ELMo(“I am eating an apple”) = </a:t>
            </a:r>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 [1, 8] [2, 1] [3, 7] [10, 2] </a:t>
            </a:r>
            <a:r>
              <a:rPr b="1" lang="es-MX" sz="1800">
                <a:solidFill>
                  <a:srgbClr val="FF0000"/>
                </a:solidFill>
                <a:latin typeface="Rockwell"/>
                <a:ea typeface="Rockwell"/>
                <a:cs typeface="Rockwell"/>
                <a:sym typeface="Rockwell"/>
              </a:rPr>
              <a:t>[10, 7]</a:t>
            </a:r>
            <a:r>
              <a:rPr lang="es-MX" sz="1800">
                <a:solidFill>
                  <a:schemeClr val="dk1"/>
                </a:solidFill>
                <a:latin typeface="Rockwell"/>
                <a:ea typeface="Rockwell"/>
                <a:cs typeface="Rockwell"/>
                <a:sym typeface="Rockwell"/>
              </a:rPr>
              <a:t> ]</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ELMo(“I have an Apple phone”) = </a:t>
            </a:r>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 [2, 3] [4, 8] [1, 6] </a:t>
            </a:r>
            <a:r>
              <a:rPr b="1" lang="es-MX" sz="1800">
                <a:solidFill>
                  <a:srgbClr val="0070C0"/>
                </a:solidFill>
                <a:latin typeface="Rockwell"/>
                <a:ea typeface="Rockwell"/>
                <a:cs typeface="Rockwell"/>
                <a:sym typeface="Rockwell"/>
              </a:rPr>
              <a:t>[6, 9]</a:t>
            </a:r>
            <a:r>
              <a:rPr lang="es-MX" sz="1800">
                <a:solidFill>
                  <a:schemeClr val="dk1"/>
                </a:solidFill>
                <a:latin typeface="Rockwell"/>
                <a:ea typeface="Rockwell"/>
                <a:cs typeface="Rockwell"/>
                <a:sym typeface="Rockwell"/>
              </a:rPr>
              <a:t> [1, 2] ]</a:t>
            </a:r>
            <a:endParaRPr/>
          </a:p>
        </p:txBody>
      </p:sp>
      <p:pic>
        <p:nvPicPr>
          <p:cNvPr id="276" name="Google Shape;276;p26"/>
          <p:cNvPicPr preferRelativeResize="0"/>
          <p:nvPr/>
        </p:nvPicPr>
        <p:blipFill rotWithShape="1">
          <a:blip r:embed="rId4">
            <a:alphaModFix/>
          </a:blip>
          <a:srcRect b="0" l="0" r="0" t="0"/>
          <a:stretch/>
        </p:blipFill>
        <p:spPr>
          <a:xfrm>
            <a:off x="3451279" y="1"/>
            <a:ext cx="2685752" cy="2093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ELMO - BILM</a:t>
            </a:r>
            <a:endParaRPr/>
          </a:p>
        </p:txBody>
      </p:sp>
      <p:sp>
        <p:nvSpPr>
          <p:cNvPr id="282" name="Google Shape;282;p27"/>
          <p:cNvSpPr txBox="1"/>
          <p:nvPr>
            <p:ph idx="1" type="body"/>
          </p:nvPr>
        </p:nvSpPr>
        <p:spPr>
          <a:xfrm>
            <a:off x="1069848" y="2121408"/>
            <a:ext cx="10058400" cy="3734270"/>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es-MX"/>
              <a:t>ELMo representations are deep, in the sense that they are a function of all of the internal layers of the biLM: it learns a linear combination of the vectors of each layer, which improves performance over just using the top LSTM layer.</a:t>
            </a:r>
            <a:endParaRPr/>
          </a:p>
          <a:p>
            <a:pPr indent="-74929"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The higher-level LSTM states capture context-dependent aspects of word meaning, while lower-level states model aspects of syntax.</a:t>
            </a:r>
            <a:endParaRPr/>
          </a:p>
          <a:p>
            <a:pPr indent="-74929"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ELMo outperforms CoVe (McCann et al., 2017), which computes contextualized representations using a neural machine translation encoder.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LSTM'S LIMITATIONS</a:t>
            </a:r>
            <a:br>
              <a:rPr lang="es-MX"/>
            </a:br>
            <a:endParaRPr/>
          </a:p>
        </p:txBody>
      </p:sp>
      <p:sp>
        <p:nvSpPr>
          <p:cNvPr id="288" name="Google Shape;288;p28"/>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74929" lvl="0" marL="182880" rtl="0" algn="l">
              <a:lnSpc>
                <a:spcPct val="90000"/>
              </a:lnSpc>
              <a:spcBef>
                <a:spcPts val="0"/>
              </a:spcBef>
              <a:spcAft>
                <a:spcPts val="0"/>
              </a:spcAft>
              <a:buSzPts val="1700"/>
              <a:buNone/>
            </a:pPr>
            <a:r>
              <a:t/>
            </a:r>
            <a:endParaRPr/>
          </a:p>
          <a:p>
            <a:pPr indent="-182880" lvl="0" marL="182880" rtl="0" algn="l">
              <a:lnSpc>
                <a:spcPct val="90000"/>
              </a:lnSpc>
              <a:spcBef>
                <a:spcPts val="1200"/>
              </a:spcBef>
              <a:spcAft>
                <a:spcPts val="0"/>
              </a:spcAft>
              <a:buSzPts val="2040"/>
              <a:buChar char="▪"/>
            </a:pPr>
            <a:r>
              <a:rPr lang="es-MX" sz="2400"/>
              <a:t>Difficult to train</a:t>
            </a:r>
            <a:endParaRPr/>
          </a:p>
          <a:p>
            <a:pPr indent="-182880" lvl="0" marL="182880" rtl="0" algn="l">
              <a:lnSpc>
                <a:spcPct val="90000"/>
              </a:lnSpc>
              <a:spcBef>
                <a:spcPts val="1200"/>
              </a:spcBef>
              <a:spcAft>
                <a:spcPts val="0"/>
              </a:spcAft>
              <a:buSzPts val="2040"/>
              <a:buChar char="▪"/>
            </a:pPr>
            <a:r>
              <a:rPr lang="es-MX" sz="2400"/>
              <a:t>Very long gradient paths</a:t>
            </a:r>
            <a:endParaRPr/>
          </a:p>
          <a:p>
            <a:pPr indent="-182880" lvl="0" marL="182880" rtl="0" algn="l">
              <a:lnSpc>
                <a:spcPct val="90000"/>
              </a:lnSpc>
              <a:spcBef>
                <a:spcPts val="1200"/>
              </a:spcBef>
              <a:spcAft>
                <a:spcPts val="0"/>
              </a:spcAft>
              <a:buSzPts val="2040"/>
              <a:buChar char="▪"/>
            </a:pPr>
            <a:r>
              <a:rPr lang="es-MX" sz="2400"/>
              <a:t>Transfer learning never really worked</a:t>
            </a:r>
            <a:endParaRPr/>
          </a:p>
          <a:p>
            <a:pPr indent="-182880" lvl="0" marL="182880" rtl="0" algn="l">
              <a:lnSpc>
                <a:spcPct val="90000"/>
              </a:lnSpc>
              <a:spcBef>
                <a:spcPts val="1200"/>
              </a:spcBef>
              <a:spcAft>
                <a:spcPts val="0"/>
              </a:spcAft>
              <a:buSzPts val="2040"/>
              <a:buChar char="▪"/>
            </a:pPr>
            <a:r>
              <a:rPr lang="es-MX" sz="2400"/>
              <a:t>Needs specific labelled dataset for every task</a:t>
            </a:r>
            <a:endParaRPr/>
          </a:p>
        </p:txBody>
      </p:sp>
      <p:pic>
        <p:nvPicPr>
          <p:cNvPr id="289" name="Google Shape;289;p28"/>
          <p:cNvPicPr preferRelativeResize="0"/>
          <p:nvPr/>
        </p:nvPicPr>
        <p:blipFill rotWithShape="1">
          <a:blip r:embed="rId3">
            <a:alphaModFix/>
          </a:blip>
          <a:srcRect b="0" l="0" r="0" t="0"/>
          <a:stretch/>
        </p:blipFill>
        <p:spPr>
          <a:xfrm>
            <a:off x="8588248" y="3632200"/>
            <a:ext cx="2540000" cy="2540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29"/>
          <p:cNvPicPr preferRelativeResize="0"/>
          <p:nvPr/>
        </p:nvPicPr>
        <p:blipFill rotWithShape="1">
          <a:blip r:embed="rId3">
            <a:alphaModFix/>
          </a:blip>
          <a:srcRect b="0" l="0" r="0" t="0"/>
          <a:stretch/>
        </p:blipFill>
        <p:spPr>
          <a:xfrm>
            <a:off x="705592" y="474216"/>
            <a:ext cx="10003439" cy="583866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TRANSFORMERS </a:t>
            </a:r>
            <a:endParaRPr/>
          </a:p>
        </p:txBody>
      </p:sp>
      <p:sp>
        <p:nvSpPr>
          <p:cNvPr id="300" name="Google Shape;300;p30"/>
          <p:cNvSpPr txBox="1"/>
          <p:nvPr>
            <p:ph idx="1" type="body"/>
          </p:nvPr>
        </p:nvSpPr>
        <p:spPr>
          <a:xfrm>
            <a:off x="791068" y="2093976"/>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Transformer models (</a:t>
            </a:r>
            <a:r>
              <a:rPr i="1" lang="es-MX">
                <a:solidFill>
                  <a:srgbClr val="7F7F7F"/>
                </a:solidFill>
              </a:rPr>
              <a:t>Vaswani et al. 2017</a:t>
            </a:r>
            <a:r>
              <a:rPr lang="es-MX"/>
              <a:t>) are state of the art in almost all major NLP tasks in the past two years.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They are context-based models, which replaced RNN’s and CNN’s.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Transformers are designed to handle sequential data, however, they do not require to process data in order. Therefore, transformers allow for much more parallelization than RNNs, resulting in reduced training times.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Used heavily in NLP tasks due to this higher representation capacity as compared to other deep networks.</a:t>
            </a:r>
            <a:endParaRPr/>
          </a:p>
          <a:p>
            <a:pPr indent="0" lvl="0" marL="0" rtl="0" algn="l">
              <a:lnSpc>
                <a:spcPct val="90000"/>
              </a:lnSpc>
              <a:spcBef>
                <a:spcPts val="1200"/>
              </a:spcBef>
              <a:spcAft>
                <a:spcPts val="0"/>
              </a:spcAft>
              <a:buSzPts val="17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type="title"/>
          </p:nvPr>
        </p:nvSpPr>
        <p:spPr>
          <a:xfrm>
            <a:off x="753964" y="116378"/>
            <a:ext cx="5098196"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THE TRANSFORMER</a:t>
            </a:r>
            <a:endParaRPr/>
          </a:p>
        </p:txBody>
      </p:sp>
      <p:pic>
        <p:nvPicPr>
          <p:cNvPr id="306" name="Google Shape;306;p31"/>
          <p:cNvPicPr preferRelativeResize="0"/>
          <p:nvPr/>
        </p:nvPicPr>
        <p:blipFill rotWithShape="1">
          <a:blip r:embed="rId3">
            <a:alphaModFix/>
          </a:blip>
          <a:srcRect b="0" l="0" r="0" t="0"/>
          <a:stretch/>
        </p:blipFill>
        <p:spPr>
          <a:xfrm>
            <a:off x="6555545" y="0"/>
            <a:ext cx="4814888" cy="6858000"/>
          </a:xfrm>
          <a:prstGeom prst="rect">
            <a:avLst/>
          </a:prstGeom>
          <a:noFill/>
          <a:ln>
            <a:noFill/>
          </a:ln>
        </p:spPr>
      </p:pic>
      <p:sp>
        <p:nvSpPr>
          <p:cNvPr id="307" name="Google Shape;307;p31"/>
          <p:cNvSpPr txBox="1"/>
          <p:nvPr/>
        </p:nvSpPr>
        <p:spPr>
          <a:xfrm>
            <a:off x="497708" y="5951785"/>
            <a:ext cx="64282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Ashish Vaswani, et al. “Attention is all you need.” NIPS 2017.</a:t>
            </a:r>
            <a:endParaRPr/>
          </a:p>
        </p:txBody>
      </p:sp>
      <p:pic>
        <p:nvPicPr>
          <p:cNvPr id="308" name="Google Shape;308;p31"/>
          <p:cNvPicPr preferRelativeResize="0"/>
          <p:nvPr/>
        </p:nvPicPr>
        <p:blipFill rotWithShape="1">
          <a:blip r:embed="rId4">
            <a:alphaModFix/>
          </a:blip>
          <a:srcRect b="0" l="0" r="0" t="0"/>
          <a:stretch/>
        </p:blipFill>
        <p:spPr>
          <a:xfrm>
            <a:off x="613227" y="1725722"/>
            <a:ext cx="5800422" cy="3466407"/>
          </a:xfrm>
          <a:prstGeom prst="rect">
            <a:avLst/>
          </a:prstGeom>
          <a:noFill/>
          <a:ln cap="flat" cmpd="sng" w="3810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2"/>
          <p:cNvSpPr txBox="1"/>
          <p:nvPr>
            <p:ph type="title"/>
          </p:nvPr>
        </p:nvSpPr>
        <p:spPr>
          <a:xfrm>
            <a:off x="290663" y="90885"/>
            <a:ext cx="5736784"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POSITIONAL ENCODING</a:t>
            </a:r>
            <a:endParaRPr/>
          </a:p>
        </p:txBody>
      </p:sp>
      <p:pic>
        <p:nvPicPr>
          <p:cNvPr id="314" name="Google Shape;314;p32"/>
          <p:cNvPicPr preferRelativeResize="0"/>
          <p:nvPr/>
        </p:nvPicPr>
        <p:blipFill rotWithShape="1">
          <a:blip r:embed="rId3">
            <a:alphaModFix/>
          </a:blip>
          <a:srcRect b="0" l="0" r="0" t="0"/>
          <a:stretch/>
        </p:blipFill>
        <p:spPr>
          <a:xfrm>
            <a:off x="473360" y="3341244"/>
            <a:ext cx="5352262" cy="1047917"/>
          </a:xfrm>
          <a:prstGeom prst="rect">
            <a:avLst/>
          </a:prstGeom>
          <a:noFill/>
          <a:ln>
            <a:noFill/>
          </a:ln>
        </p:spPr>
      </p:pic>
      <p:pic>
        <p:nvPicPr>
          <p:cNvPr id="315" name="Google Shape;315;p32"/>
          <p:cNvPicPr preferRelativeResize="0"/>
          <p:nvPr/>
        </p:nvPicPr>
        <p:blipFill rotWithShape="1">
          <a:blip r:embed="rId4">
            <a:alphaModFix/>
          </a:blip>
          <a:srcRect b="0" l="0" r="0" t="0"/>
          <a:stretch/>
        </p:blipFill>
        <p:spPr>
          <a:xfrm>
            <a:off x="6160752" y="332453"/>
            <a:ext cx="5376004" cy="3047128"/>
          </a:xfrm>
          <a:prstGeom prst="rect">
            <a:avLst/>
          </a:prstGeom>
          <a:noFill/>
          <a:ln>
            <a:noFill/>
          </a:ln>
        </p:spPr>
      </p:pic>
      <p:grpSp>
        <p:nvGrpSpPr>
          <p:cNvPr id="316" name="Google Shape;316;p32"/>
          <p:cNvGrpSpPr/>
          <p:nvPr/>
        </p:nvGrpSpPr>
        <p:grpSpPr>
          <a:xfrm>
            <a:off x="6825430" y="3473852"/>
            <a:ext cx="4425545" cy="978600"/>
            <a:chOff x="6594759" y="5802683"/>
            <a:chExt cx="4425545" cy="978600"/>
          </a:xfrm>
        </p:grpSpPr>
        <p:sp>
          <p:nvSpPr>
            <p:cNvPr id="317" name="Google Shape;317;p32"/>
            <p:cNvSpPr txBox="1"/>
            <p:nvPr/>
          </p:nvSpPr>
          <p:spPr>
            <a:xfrm>
              <a:off x="6929889" y="5817228"/>
              <a:ext cx="40751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am      eating        an        </a:t>
              </a:r>
              <a:r>
                <a:rPr lang="es-MX" sz="1800">
                  <a:solidFill>
                    <a:srgbClr val="C00000"/>
                  </a:solidFill>
                  <a:latin typeface="Rockwell"/>
                  <a:ea typeface="Rockwell"/>
                  <a:cs typeface="Rockwell"/>
                  <a:sym typeface="Rockwell"/>
                </a:rPr>
                <a:t>apple</a:t>
              </a:r>
              <a:endParaRPr/>
            </a:p>
          </p:txBody>
        </p:sp>
        <p:sp>
          <p:nvSpPr>
            <p:cNvPr id="318" name="Google Shape;318;p32"/>
            <p:cNvSpPr txBox="1"/>
            <p:nvPr/>
          </p:nvSpPr>
          <p:spPr>
            <a:xfrm>
              <a:off x="6929889" y="6375102"/>
              <a:ext cx="40904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have         an        </a:t>
              </a:r>
              <a:r>
                <a:rPr lang="es-MX" sz="1800">
                  <a:solidFill>
                    <a:srgbClr val="0070C0"/>
                  </a:solidFill>
                  <a:latin typeface="Rockwell"/>
                  <a:ea typeface="Rockwell"/>
                  <a:cs typeface="Rockwell"/>
                  <a:sym typeface="Rockwell"/>
                </a:rPr>
                <a:t>apple</a:t>
              </a:r>
              <a:r>
                <a:rPr lang="es-MX" sz="1800">
                  <a:solidFill>
                    <a:schemeClr val="dk1"/>
                  </a:solidFill>
                  <a:latin typeface="Rockwell"/>
                  <a:ea typeface="Rockwell"/>
                  <a:cs typeface="Rockwell"/>
                  <a:sym typeface="Rockwell"/>
                </a:rPr>
                <a:t>    phone</a:t>
              </a:r>
              <a:endParaRPr/>
            </a:p>
          </p:txBody>
        </p:sp>
        <p:grpSp>
          <p:nvGrpSpPr>
            <p:cNvPr id="319" name="Google Shape;319;p32"/>
            <p:cNvGrpSpPr/>
            <p:nvPr/>
          </p:nvGrpSpPr>
          <p:grpSpPr>
            <a:xfrm>
              <a:off x="6594759" y="5802683"/>
              <a:ext cx="4404731" cy="406181"/>
              <a:chOff x="970157" y="5987347"/>
              <a:chExt cx="4404731" cy="406181"/>
            </a:xfrm>
          </p:grpSpPr>
          <p:sp>
            <p:nvSpPr>
              <p:cNvPr id="320" name="Google Shape;320;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1" name="Google Shape;321;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2" name="Google Shape;322;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3" name="Google Shape;323;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4" name="Google Shape;324;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325" name="Google Shape;325;p32"/>
            <p:cNvGrpSpPr/>
            <p:nvPr/>
          </p:nvGrpSpPr>
          <p:grpSpPr>
            <a:xfrm>
              <a:off x="6594759" y="6375102"/>
              <a:ext cx="4404731" cy="406181"/>
              <a:chOff x="970157" y="5987347"/>
              <a:chExt cx="4404731" cy="406181"/>
            </a:xfrm>
          </p:grpSpPr>
          <p:sp>
            <p:nvSpPr>
              <p:cNvPr id="326" name="Google Shape;326;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7" name="Google Shape;327;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8" name="Google Shape;328;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29" name="Google Shape;329;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30" name="Google Shape;330;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grpSp>
        <p:nvGrpSpPr>
          <p:cNvPr id="331" name="Google Shape;331;p32"/>
          <p:cNvGrpSpPr/>
          <p:nvPr/>
        </p:nvGrpSpPr>
        <p:grpSpPr>
          <a:xfrm>
            <a:off x="716035" y="1803135"/>
            <a:ext cx="4425545" cy="978600"/>
            <a:chOff x="6594759" y="5802683"/>
            <a:chExt cx="4425545" cy="978600"/>
          </a:xfrm>
        </p:grpSpPr>
        <p:sp>
          <p:nvSpPr>
            <p:cNvPr id="332" name="Google Shape;332;p32"/>
            <p:cNvSpPr txBox="1"/>
            <p:nvPr/>
          </p:nvSpPr>
          <p:spPr>
            <a:xfrm>
              <a:off x="6929889" y="5817228"/>
              <a:ext cx="40751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am      eating        an        </a:t>
              </a:r>
              <a:r>
                <a:rPr lang="es-MX" sz="1800">
                  <a:solidFill>
                    <a:srgbClr val="C00000"/>
                  </a:solidFill>
                  <a:latin typeface="Rockwell"/>
                  <a:ea typeface="Rockwell"/>
                  <a:cs typeface="Rockwell"/>
                  <a:sym typeface="Rockwell"/>
                </a:rPr>
                <a:t>apple</a:t>
              </a:r>
              <a:endParaRPr/>
            </a:p>
          </p:txBody>
        </p:sp>
        <p:sp>
          <p:nvSpPr>
            <p:cNvPr id="333" name="Google Shape;333;p32"/>
            <p:cNvSpPr txBox="1"/>
            <p:nvPr/>
          </p:nvSpPr>
          <p:spPr>
            <a:xfrm>
              <a:off x="6929889" y="6375102"/>
              <a:ext cx="40904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have         an        </a:t>
              </a:r>
              <a:r>
                <a:rPr lang="es-MX" sz="1800">
                  <a:solidFill>
                    <a:srgbClr val="0070C0"/>
                  </a:solidFill>
                  <a:latin typeface="Rockwell"/>
                  <a:ea typeface="Rockwell"/>
                  <a:cs typeface="Rockwell"/>
                  <a:sym typeface="Rockwell"/>
                </a:rPr>
                <a:t>apple</a:t>
              </a:r>
              <a:r>
                <a:rPr lang="es-MX" sz="1800">
                  <a:solidFill>
                    <a:schemeClr val="dk1"/>
                  </a:solidFill>
                  <a:latin typeface="Rockwell"/>
                  <a:ea typeface="Rockwell"/>
                  <a:cs typeface="Rockwell"/>
                  <a:sym typeface="Rockwell"/>
                </a:rPr>
                <a:t>    phone</a:t>
              </a:r>
              <a:endParaRPr/>
            </a:p>
          </p:txBody>
        </p:sp>
        <p:grpSp>
          <p:nvGrpSpPr>
            <p:cNvPr id="334" name="Google Shape;334;p32"/>
            <p:cNvGrpSpPr/>
            <p:nvPr/>
          </p:nvGrpSpPr>
          <p:grpSpPr>
            <a:xfrm>
              <a:off x="6594759" y="5802683"/>
              <a:ext cx="4404731" cy="406181"/>
              <a:chOff x="970157" y="5987347"/>
              <a:chExt cx="4404731" cy="406181"/>
            </a:xfrm>
          </p:grpSpPr>
          <p:sp>
            <p:nvSpPr>
              <p:cNvPr id="335" name="Google Shape;335;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3C0C0"/>
                  </a:solidFill>
                  <a:latin typeface="Rockwell"/>
                  <a:ea typeface="Rockwell"/>
                  <a:cs typeface="Rockwell"/>
                  <a:sym typeface="Rockwell"/>
                </a:endParaRPr>
              </a:p>
            </p:txBody>
          </p:sp>
          <p:sp>
            <p:nvSpPr>
              <p:cNvPr id="336" name="Google Shape;336;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37" name="Google Shape;337;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38" name="Google Shape;338;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39" name="Google Shape;339;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340" name="Google Shape;340;p32"/>
            <p:cNvGrpSpPr/>
            <p:nvPr/>
          </p:nvGrpSpPr>
          <p:grpSpPr>
            <a:xfrm>
              <a:off x="6594759" y="6375102"/>
              <a:ext cx="4404731" cy="406181"/>
              <a:chOff x="970157" y="5987347"/>
              <a:chExt cx="4404731" cy="406181"/>
            </a:xfrm>
          </p:grpSpPr>
          <p:sp>
            <p:nvSpPr>
              <p:cNvPr id="341" name="Google Shape;341;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42" name="Google Shape;342;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43" name="Google Shape;343;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44" name="Google Shape;344;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45" name="Google Shape;345;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sp>
        <p:nvSpPr>
          <p:cNvPr id="346" name="Google Shape;346;p32"/>
          <p:cNvSpPr txBox="1"/>
          <p:nvPr/>
        </p:nvSpPr>
        <p:spPr>
          <a:xfrm>
            <a:off x="473360" y="4782425"/>
            <a:ext cx="5808385" cy="1477328"/>
          </a:xfrm>
          <a:prstGeom prst="rect">
            <a:avLst/>
          </a:prstGeom>
          <a:blipFill rotWithShape="1">
            <a:blip r:embed="rId5">
              <a:alphaModFix/>
            </a:blip>
            <a:stretch>
              <a:fillRect b="-5127" l="-652" r="0" t="-170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MX" sz="1800">
                <a:latin typeface="Rockwell"/>
                <a:ea typeface="Rockwell"/>
                <a:cs typeface="Rockwell"/>
                <a:sym typeface="Rockwell"/>
              </a:rPr>
              <a:t> </a:t>
            </a:r>
            <a:endParaRPr/>
          </a:p>
        </p:txBody>
      </p:sp>
      <p:sp>
        <p:nvSpPr>
          <p:cNvPr id="347" name="Google Shape;347;p32"/>
          <p:cNvSpPr txBox="1"/>
          <p:nvPr/>
        </p:nvSpPr>
        <p:spPr>
          <a:xfrm>
            <a:off x="6725069" y="4945173"/>
            <a:ext cx="47995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C00000"/>
                </a:solidFill>
                <a:latin typeface="Rockwell"/>
                <a:ea typeface="Rockwell"/>
                <a:cs typeface="Rockwell"/>
                <a:sym typeface="Rockwell"/>
              </a:rPr>
              <a:t>apple</a:t>
            </a:r>
            <a:r>
              <a:rPr lang="es-MX" sz="1800">
                <a:solidFill>
                  <a:schemeClr val="dk1"/>
                </a:solidFill>
                <a:latin typeface="Rockwell"/>
                <a:ea typeface="Rockwell"/>
                <a:cs typeface="Rockwell"/>
                <a:sym typeface="Rockwell"/>
              </a:rPr>
              <a:t> = [8, 2, 3] + [</a:t>
            </a:r>
            <a:r>
              <a:rPr lang="es-MX" sz="1800">
                <a:solidFill>
                  <a:srgbClr val="C00000"/>
                </a:solidFill>
                <a:latin typeface="Rockwell"/>
                <a:ea typeface="Rockwell"/>
                <a:cs typeface="Rockwell"/>
                <a:sym typeface="Rockwell"/>
              </a:rPr>
              <a:t>Sine(</a:t>
            </a:r>
            <a:r>
              <a:rPr lang="es-MX" sz="1800">
                <a:solidFill>
                  <a:schemeClr val="dk1"/>
                </a:solidFill>
                <a:latin typeface="Rockwell"/>
                <a:ea typeface="Rockwell"/>
                <a:cs typeface="Rockwell"/>
                <a:sym typeface="Rockwell"/>
              </a:rPr>
              <a:t>5</a:t>
            </a:r>
            <a:r>
              <a:rPr lang="es-MX" sz="1800">
                <a:solidFill>
                  <a:srgbClr val="C00000"/>
                </a:solidFill>
                <a:latin typeface="Rockwell"/>
                <a:ea typeface="Rockwell"/>
                <a:cs typeface="Rockwell"/>
                <a:sym typeface="Rockwell"/>
              </a:rPr>
              <a:t>)</a:t>
            </a:r>
            <a:r>
              <a:rPr lang="es-MX" sz="1800">
                <a:solidFill>
                  <a:schemeClr val="dk1"/>
                </a:solidFill>
                <a:latin typeface="Rockwell"/>
                <a:ea typeface="Rockwell"/>
                <a:cs typeface="Rockwell"/>
                <a:sym typeface="Rockwell"/>
              </a:rPr>
              <a:t>, </a:t>
            </a:r>
            <a:r>
              <a:rPr lang="es-MX" sz="1800">
                <a:solidFill>
                  <a:srgbClr val="0070C0"/>
                </a:solidFill>
                <a:latin typeface="Rockwell"/>
                <a:ea typeface="Rockwell"/>
                <a:cs typeface="Rockwell"/>
                <a:sym typeface="Rockwell"/>
              </a:rPr>
              <a:t>Sine(</a:t>
            </a:r>
            <a:r>
              <a:rPr lang="es-MX" sz="1800">
                <a:solidFill>
                  <a:schemeClr val="dk1"/>
                </a:solidFill>
                <a:latin typeface="Rockwell"/>
                <a:ea typeface="Rockwell"/>
                <a:cs typeface="Rockwell"/>
                <a:sym typeface="Rockwell"/>
              </a:rPr>
              <a:t>5</a:t>
            </a:r>
            <a:r>
              <a:rPr lang="es-MX" sz="1800">
                <a:solidFill>
                  <a:srgbClr val="0070C0"/>
                </a:solidFill>
                <a:latin typeface="Rockwell"/>
                <a:ea typeface="Rockwell"/>
                <a:cs typeface="Rockwell"/>
                <a:sym typeface="Rockwell"/>
              </a:rPr>
              <a:t>)</a:t>
            </a:r>
            <a:r>
              <a:rPr lang="es-MX" sz="1800">
                <a:solidFill>
                  <a:schemeClr val="dk1"/>
                </a:solidFill>
                <a:latin typeface="Rockwell"/>
                <a:ea typeface="Rockwell"/>
                <a:cs typeface="Rockwell"/>
                <a:sym typeface="Rockwell"/>
              </a:rPr>
              <a:t>, </a:t>
            </a:r>
            <a:r>
              <a:rPr lang="es-MX" sz="1800">
                <a:solidFill>
                  <a:srgbClr val="92D050"/>
                </a:solidFill>
                <a:latin typeface="Rockwell"/>
                <a:ea typeface="Rockwell"/>
                <a:cs typeface="Rockwell"/>
                <a:sym typeface="Rockwell"/>
              </a:rPr>
              <a:t>Sine(</a:t>
            </a:r>
            <a:r>
              <a:rPr lang="es-MX" sz="1800">
                <a:solidFill>
                  <a:schemeClr val="dk1"/>
                </a:solidFill>
                <a:latin typeface="Rockwell"/>
                <a:ea typeface="Rockwell"/>
                <a:cs typeface="Rockwell"/>
                <a:sym typeface="Rockwell"/>
              </a:rPr>
              <a:t>5</a:t>
            </a:r>
            <a:r>
              <a:rPr lang="es-MX" sz="1800">
                <a:solidFill>
                  <a:srgbClr val="92D050"/>
                </a:solidFill>
                <a:latin typeface="Rockwell"/>
                <a:ea typeface="Rockwell"/>
                <a:cs typeface="Rockwell"/>
                <a:sym typeface="Rockwell"/>
              </a:rPr>
              <a:t>)</a:t>
            </a:r>
            <a:r>
              <a:rPr lang="es-MX" sz="1800">
                <a:solidFill>
                  <a:schemeClr val="dk1"/>
                </a:solidFill>
                <a:latin typeface="Rockwell"/>
                <a:ea typeface="Rockwell"/>
                <a:cs typeface="Rockwell"/>
                <a:sym typeface="Rockwell"/>
              </a:rPr>
              <a:t>] </a:t>
            </a:r>
            <a:endParaRPr/>
          </a:p>
        </p:txBody>
      </p:sp>
      <p:sp>
        <p:nvSpPr>
          <p:cNvPr id="348" name="Google Shape;348;p32"/>
          <p:cNvSpPr txBox="1"/>
          <p:nvPr/>
        </p:nvSpPr>
        <p:spPr>
          <a:xfrm>
            <a:off x="6725069" y="5665413"/>
            <a:ext cx="49246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0070C0"/>
                </a:solidFill>
                <a:latin typeface="Rockwell"/>
                <a:ea typeface="Rockwell"/>
                <a:cs typeface="Rockwell"/>
                <a:sym typeface="Rockwell"/>
              </a:rPr>
              <a:t>apple</a:t>
            </a:r>
            <a:r>
              <a:rPr lang="es-MX" sz="1800">
                <a:solidFill>
                  <a:schemeClr val="dk1"/>
                </a:solidFill>
                <a:latin typeface="Rockwell"/>
                <a:ea typeface="Rockwell"/>
                <a:cs typeface="Rockwell"/>
                <a:sym typeface="Rockwell"/>
              </a:rPr>
              <a:t> = [7, 3, 6] + [</a:t>
            </a:r>
            <a:r>
              <a:rPr lang="es-MX" sz="1800">
                <a:solidFill>
                  <a:srgbClr val="C00000"/>
                </a:solidFill>
                <a:latin typeface="Rockwell"/>
                <a:ea typeface="Rockwell"/>
                <a:cs typeface="Rockwell"/>
                <a:sym typeface="Rockwell"/>
              </a:rPr>
              <a:t>Sine(</a:t>
            </a:r>
            <a:r>
              <a:rPr lang="es-MX" sz="1800">
                <a:solidFill>
                  <a:schemeClr val="dk1"/>
                </a:solidFill>
                <a:latin typeface="Rockwell"/>
                <a:ea typeface="Rockwell"/>
                <a:cs typeface="Rockwell"/>
                <a:sym typeface="Rockwell"/>
              </a:rPr>
              <a:t>4</a:t>
            </a:r>
            <a:r>
              <a:rPr lang="es-MX" sz="1800">
                <a:solidFill>
                  <a:srgbClr val="C00000"/>
                </a:solidFill>
                <a:latin typeface="Rockwell"/>
                <a:ea typeface="Rockwell"/>
                <a:cs typeface="Rockwell"/>
                <a:sym typeface="Rockwell"/>
              </a:rPr>
              <a:t>)</a:t>
            </a:r>
            <a:r>
              <a:rPr lang="es-MX" sz="1800">
                <a:solidFill>
                  <a:schemeClr val="dk1"/>
                </a:solidFill>
                <a:latin typeface="Rockwell"/>
                <a:ea typeface="Rockwell"/>
                <a:cs typeface="Rockwell"/>
                <a:sym typeface="Rockwell"/>
              </a:rPr>
              <a:t>, </a:t>
            </a:r>
            <a:r>
              <a:rPr lang="es-MX" sz="1800">
                <a:solidFill>
                  <a:srgbClr val="0070C0"/>
                </a:solidFill>
                <a:latin typeface="Rockwell"/>
                <a:ea typeface="Rockwell"/>
                <a:cs typeface="Rockwell"/>
                <a:sym typeface="Rockwell"/>
              </a:rPr>
              <a:t>Sine(</a:t>
            </a:r>
            <a:r>
              <a:rPr lang="es-MX" sz="1800">
                <a:solidFill>
                  <a:schemeClr val="dk1"/>
                </a:solidFill>
                <a:latin typeface="Rockwell"/>
                <a:ea typeface="Rockwell"/>
                <a:cs typeface="Rockwell"/>
                <a:sym typeface="Rockwell"/>
              </a:rPr>
              <a:t>4</a:t>
            </a:r>
            <a:r>
              <a:rPr lang="es-MX" sz="1800">
                <a:solidFill>
                  <a:srgbClr val="0070C0"/>
                </a:solidFill>
                <a:latin typeface="Rockwell"/>
                <a:ea typeface="Rockwell"/>
                <a:cs typeface="Rockwell"/>
                <a:sym typeface="Rockwell"/>
              </a:rPr>
              <a:t>)</a:t>
            </a:r>
            <a:r>
              <a:rPr lang="es-MX" sz="1800">
                <a:solidFill>
                  <a:schemeClr val="dk1"/>
                </a:solidFill>
                <a:latin typeface="Rockwell"/>
                <a:ea typeface="Rockwell"/>
                <a:cs typeface="Rockwell"/>
                <a:sym typeface="Rockwell"/>
              </a:rPr>
              <a:t>, </a:t>
            </a:r>
            <a:r>
              <a:rPr lang="es-MX" sz="1800">
                <a:solidFill>
                  <a:srgbClr val="92D050"/>
                </a:solidFill>
                <a:latin typeface="Rockwell"/>
                <a:ea typeface="Rockwell"/>
                <a:cs typeface="Rockwell"/>
                <a:sym typeface="Rockwell"/>
              </a:rPr>
              <a:t>Sine(</a:t>
            </a:r>
            <a:r>
              <a:rPr lang="es-MX" sz="1800">
                <a:solidFill>
                  <a:schemeClr val="dk1"/>
                </a:solidFill>
                <a:latin typeface="Rockwell"/>
                <a:ea typeface="Rockwell"/>
                <a:cs typeface="Rockwell"/>
                <a:sym typeface="Rockwell"/>
              </a:rPr>
              <a:t>4</a:t>
            </a:r>
            <a:r>
              <a:rPr lang="es-MX" sz="1800">
                <a:solidFill>
                  <a:srgbClr val="92D050"/>
                </a:solidFill>
                <a:latin typeface="Rockwell"/>
                <a:ea typeface="Rockwell"/>
                <a:cs typeface="Rockwell"/>
                <a:sym typeface="Rockwell"/>
              </a:rPr>
              <a:t>)</a:t>
            </a:r>
            <a:r>
              <a:rPr lang="es-MX" sz="1800">
                <a:solidFill>
                  <a:schemeClr val="dk1"/>
                </a:solidFill>
                <a:latin typeface="Rockwell"/>
                <a:ea typeface="Rockwell"/>
                <a:cs typeface="Rockwell"/>
                <a:sym typeface="Rockwel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3"/>
          <p:cNvSpPr txBox="1"/>
          <p:nvPr>
            <p:ph type="title"/>
          </p:nvPr>
        </p:nvSpPr>
        <p:spPr>
          <a:xfrm>
            <a:off x="467682" y="0"/>
            <a:ext cx="430504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INPUT ENCODER</a:t>
            </a:r>
            <a:endParaRPr/>
          </a:p>
        </p:txBody>
      </p:sp>
      <p:pic>
        <p:nvPicPr>
          <p:cNvPr id="354" name="Google Shape;354;p33"/>
          <p:cNvPicPr preferRelativeResize="0"/>
          <p:nvPr/>
        </p:nvPicPr>
        <p:blipFill rotWithShape="1">
          <a:blip r:embed="rId3">
            <a:alphaModFix/>
          </a:blip>
          <a:srcRect b="0" l="0" r="0" t="0"/>
          <a:stretch/>
        </p:blipFill>
        <p:spPr>
          <a:xfrm>
            <a:off x="467682" y="1427357"/>
            <a:ext cx="2983099" cy="5285678"/>
          </a:xfrm>
          <a:prstGeom prst="rect">
            <a:avLst/>
          </a:prstGeom>
          <a:noFill/>
          <a:ln>
            <a:noFill/>
          </a:ln>
        </p:spPr>
      </p:pic>
      <p:sp>
        <p:nvSpPr>
          <p:cNvPr id="355" name="Google Shape;355;p33"/>
          <p:cNvSpPr txBox="1"/>
          <p:nvPr/>
        </p:nvSpPr>
        <p:spPr>
          <a:xfrm>
            <a:off x="4604637" y="249102"/>
            <a:ext cx="222689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2400" u="sng">
                <a:solidFill>
                  <a:schemeClr val="accent1"/>
                </a:solidFill>
                <a:latin typeface="Rockwell"/>
                <a:ea typeface="Rockwell"/>
                <a:cs typeface="Rockwell"/>
                <a:sym typeface="Rockwell"/>
              </a:rPr>
              <a:t>Self-Attention</a:t>
            </a:r>
            <a:endParaRPr/>
          </a:p>
        </p:txBody>
      </p:sp>
      <p:grpSp>
        <p:nvGrpSpPr>
          <p:cNvPr id="356" name="Google Shape;356;p33"/>
          <p:cNvGrpSpPr/>
          <p:nvPr/>
        </p:nvGrpSpPr>
        <p:grpSpPr>
          <a:xfrm>
            <a:off x="4701349" y="1238187"/>
            <a:ext cx="2343911" cy="1340829"/>
            <a:chOff x="4908691" y="2124825"/>
            <a:chExt cx="2343911" cy="1340829"/>
          </a:xfrm>
        </p:grpSpPr>
        <p:sp>
          <p:nvSpPr>
            <p:cNvPr id="357" name="Google Shape;357;p33"/>
            <p:cNvSpPr txBox="1"/>
            <p:nvPr/>
          </p:nvSpPr>
          <p:spPr>
            <a:xfrm>
              <a:off x="4908691" y="2124825"/>
              <a:ext cx="23439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am eating an apple</a:t>
              </a:r>
              <a:endParaRPr/>
            </a:p>
          </p:txBody>
        </p:sp>
        <p:sp>
          <p:nvSpPr>
            <p:cNvPr id="358" name="Google Shape;358;p33"/>
            <p:cNvSpPr txBox="1"/>
            <p:nvPr/>
          </p:nvSpPr>
          <p:spPr>
            <a:xfrm>
              <a:off x="4908691" y="3096322"/>
              <a:ext cx="23439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am eating an apple</a:t>
              </a:r>
              <a:endParaRPr/>
            </a:p>
          </p:txBody>
        </p:sp>
        <p:cxnSp>
          <p:nvCxnSpPr>
            <p:cNvPr id="359" name="Google Shape;359;p33"/>
            <p:cNvCxnSpPr/>
            <p:nvPr/>
          </p:nvCxnSpPr>
          <p:spPr>
            <a:xfrm>
              <a:off x="5029200" y="2494157"/>
              <a:ext cx="0" cy="602165"/>
            </a:xfrm>
            <a:prstGeom prst="straightConnector1">
              <a:avLst/>
            </a:prstGeom>
            <a:noFill/>
            <a:ln cap="flat" cmpd="sng" w="19050">
              <a:solidFill>
                <a:srgbClr val="7030A0"/>
              </a:solidFill>
              <a:prstDash val="solid"/>
              <a:round/>
              <a:headEnd len="sm" w="sm" type="none"/>
              <a:tailEnd len="med" w="med" type="triangle"/>
            </a:ln>
          </p:spPr>
        </p:cxnSp>
        <p:cxnSp>
          <p:nvCxnSpPr>
            <p:cNvPr id="360" name="Google Shape;360;p33"/>
            <p:cNvCxnSpPr/>
            <p:nvPr/>
          </p:nvCxnSpPr>
          <p:spPr>
            <a:xfrm>
              <a:off x="5029200" y="2494157"/>
              <a:ext cx="680224" cy="602165"/>
            </a:xfrm>
            <a:prstGeom prst="straightConnector1">
              <a:avLst/>
            </a:prstGeom>
            <a:noFill/>
            <a:ln cap="flat" cmpd="sng" w="19050">
              <a:solidFill>
                <a:srgbClr val="7030A0"/>
              </a:solidFill>
              <a:prstDash val="solid"/>
              <a:round/>
              <a:headEnd len="sm" w="sm" type="none"/>
              <a:tailEnd len="med" w="med" type="triangle"/>
            </a:ln>
          </p:spPr>
        </p:cxnSp>
        <p:cxnSp>
          <p:nvCxnSpPr>
            <p:cNvPr id="361" name="Google Shape;361;p33"/>
            <p:cNvCxnSpPr/>
            <p:nvPr/>
          </p:nvCxnSpPr>
          <p:spPr>
            <a:xfrm flipH="1">
              <a:off x="5820937" y="2494157"/>
              <a:ext cx="959004" cy="602165"/>
            </a:xfrm>
            <a:prstGeom prst="straightConnector1">
              <a:avLst/>
            </a:prstGeom>
            <a:noFill/>
            <a:ln cap="flat" cmpd="sng" w="19050">
              <a:solidFill>
                <a:schemeClr val="accent1"/>
              </a:solidFill>
              <a:prstDash val="solid"/>
              <a:round/>
              <a:headEnd len="sm" w="sm" type="none"/>
              <a:tailEnd len="med" w="med" type="triangle"/>
            </a:ln>
          </p:spPr>
        </p:cxnSp>
        <p:cxnSp>
          <p:nvCxnSpPr>
            <p:cNvPr id="362" name="Google Shape;362;p33"/>
            <p:cNvCxnSpPr/>
            <p:nvPr/>
          </p:nvCxnSpPr>
          <p:spPr>
            <a:xfrm>
              <a:off x="6779941" y="2494157"/>
              <a:ext cx="0" cy="602165"/>
            </a:xfrm>
            <a:prstGeom prst="straightConnector1">
              <a:avLst/>
            </a:prstGeom>
            <a:noFill/>
            <a:ln cap="flat" cmpd="sng" w="19050">
              <a:solidFill>
                <a:schemeClr val="accent1"/>
              </a:solidFill>
              <a:prstDash val="solid"/>
              <a:round/>
              <a:headEnd len="sm" w="sm" type="none"/>
              <a:tailEnd len="med" w="med" type="triangle"/>
            </a:ln>
          </p:spPr>
        </p:cxnSp>
      </p:grpSp>
      <p:grpSp>
        <p:nvGrpSpPr>
          <p:cNvPr id="363" name="Google Shape;363;p33"/>
          <p:cNvGrpSpPr/>
          <p:nvPr/>
        </p:nvGrpSpPr>
        <p:grpSpPr>
          <a:xfrm>
            <a:off x="3808937" y="3179356"/>
            <a:ext cx="4604811" cy="3071071"/>
            <a:chOff x="7131674" y="2309491"/>
            <a:chExt cx="4604811" cy="3071071"/>
          </a:xfrm>
        </p:grpSpPr>
        <p:sp>
          <p:nvSpPr>
            <p:cNvPr id="364" name="Google Shape;364;p33"/>
            <p:cNvSpPr txBox="1"/>
            <p:nvPr/>
          </p:nvSpPr>
          <p:spPr>
            <a:xfrm>
              <a:off x="7131674" y="2795239"/>
              <a:ext cx="853119"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am</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eating</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an</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a:p>
              <a:pPr indent="0" lvl="0" marL="0" marR="0" rtl="0" algn="l">
                <a:spcBef>
                  <a:spcPts val="0"/>
                </a:spcBef>
                <a:spcAft>
                  <a:spcPts val="0"/>
                </a:spcAft>
                <a:buNone/>
              </a:pPr>
              <a:r>
                <a:rPr lang="es-MX" sz="1800">
                  <a:solidFill>
                    <a:schemeClr val="dk1"/>
                  </a:solidFill>
                  <a:latin typeface="Rockwell"/>
                  <a:ea typeface="Rockwell"/>
                  <a:cs typeface="Rockwell"/>
                  <a:sym typeface="Rockwell"/>
                </a:rPr>
                <a:t>apple</a:t>
              </a:r>
              <a:endParaRPr/>
            </a:p>
          </p:txBody>
        </p:sp>
        <p:sp>
          <p:nvSpPr>
            <p:cNvPr id="365" name="Google Shape;365;p33"/>
            <p:cNvSpPr txBox="1"/>
            <p:nvPr/>
          </p:nvSpPr>
          <p:spPr>
            <a:xfrm>
              <a:off x="8301189" y="2309491"/>
              <a:ext cx="33249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I       am    eating    an      apple</a:t>
              </a:r>
              <a:endParaRPr/>
            </a:p>
          </p:txBody>
        </p:sp>
        <p:sp>
          <p:nvSpPr>
            <p:cNvPr id="366" name="Google Shape;366;p33"/>
            <p:cNvSpPr txBox="1"/>
            <p:nvPr/>
          </p:nvSpPr>
          <p:spPr>
            <a:xfrm>
              <a:off x="8185513" y="2795239"/>
              <a:ext cx="34163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7030A0"/>
                  </a:solidFill>
                  <a:latin typeface="Rockwell"/>
                  <a:ea typeface="Rockwell"/>
                  <a:cs typeface="Rockwell"/>
                  <a:sym typeface="Rockwell"/>
                </a:rPr>
                <a:t>0.9</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0.03</a:t>
              </a:r>
              <a:r>
                <a:rPr lang="es-MX" sz="1800">
                  <a:solidFill>
                    <a:schemeClr val="dk1"/>
                  </a:solidFill>
                  <a:latin typeface="Rockwell"/>
                  <a:ea typeface="Rockwell"/>
                  <a:cs typeface="Rockwell"/>
                  <a:sym typeface="Rockwell"/>
                </a:rPr>
                <a:t>      </a:t>
              </a:r>
              <a:r>
                <a:rPr lang="es-MX" sz="1800">
                  <a:solidFill>
                    <a:srgbClr val="C00000"/>
                  </a:solidFill>
                  <a:latin typeface="Rockwell"/>
                  <a:ea typeface="Rockwell"/>
                  <a:cs typeface="Rockwell"/>
                  <a:sym typeface="Rockwell"/>
                </a:rPr>
                <a:t>0.4</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0.02</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0.05</a:t>
              </a:r>
              <a:endParaRPr/>
            </a:p>
          </p:txBody>
        </p:sp>
        <p:sp>
          <p:nvSpPr>
            <p:cNvPr id="367" name="Google Shape;367;p33"/>
            <p:cNvSpPr txBox="1"/>
            <p:nvPr/>
          </p:nvSpPr>
          <p:spPr>
            <a:xfrm>
              <a:off x="8185513" y="3374067"/>
              <a:ext cx="34355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7F7F7F"/>
                  </a:solidFill>
                  <a:latin typeface="Rockwell"/>
                  <a:ea typeface="Rockwell"/>
                  <a:cs typeface="Rockwell"/>
                  <a:sym typeface="Rockwell"/>
                </a:rPr>
                <a:t>0.03</a:t>
              </a:r>
              <a:r>
                <a:rPr lang="es-MX" sz="1800">
                  <a:solidFill>
                    <a:schemeClr val="dk1"/>
                  </a:solidFill>
                  <a:latin typeface="Rockwell"/>
                  <a:ea typeface="Rockwell"/>
                  <a:cs typeface="Rockwell"/>
                  <a:sym typeface="Rockwell"/>
                </a:rPr>
                <a:t>   </a:t>
              </a:r>
              <a:r>
                <a:rPr lang="es-MX" sz="1800">
                  <a:solidFill>
                    <a:srgbClr val="7030A0"/>
                  </a:solidFill>
                  <a:latin typeface="Rockwell"/>
                  <a:ea typeface="Rockwell"/>
                  <a:cs typeface="Rockwell"/>
                  <a:sym typeface="Rockwell"/>
                </a:rPr>
                <a:t>0.85</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0.03</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0.03</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0.05</a:t>
              </a:r>
              <a:endParaRPr/>
            </a:p>
          </p:txBody>
        </p:sp>
        <p:sp>
          <p:nvSpPr>
            <p:cNvPr id="368" name="Google Shape;368;p33"/>
            <p:cNvSpPr txBox="1"/>
            <p:nvPr/>
          </p:nvSpPr>
          <p:spPr>
            <a:xfrm>
              <a:off x="8185513" y="3903234"/>
              <a:ext cx="34740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C00000"/>
                  </a:solidFill>
                  <a:latin typeface="Rockwell"/>
                  <a:ea typeface="Rockwell"/>
                  <a:cs typeface="Rockwell"/>
                  <a:sym typeface="Rockwell"/>
                </a:rPr>
                <a:t>0.4</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0.03</a:t>
              </a:r>
              <a:r>
                <a:rPr lang="es-MX" sz="1800">
                  <a:solidFill>
                    <a:schemeClr val="dk1"/>
                  </a:solidFill>
                  <a:latin typeface="Rockwell"/>
                  <a:ea typeface="Rockwell"/>
                  <a:cs typeface="Rockwell"/>
                  <a:sym typeface="Rockwell"/>
                </a:rPr>
                <a:t>      </a:t>
              </a:r>
              <a:r>
                <a:rPr lang="es-MX" sz="1800">
                  <a:solidFill>
                    <a:srgbClr val="7030A0"/>
                  </a:solidFill>
                  <a:latin typeface="Rockwell"/>
                  <a:ea typeface="Rockwell"/>
                  <a:cs typeface="Rockwell"/>
                  <a:sym typeface="Rockwell"/>
                </a:rPr>
                <a:t>0.9</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0.02</a:t>
              </a:r>
              <a:r>
                <a:rPr lang="es-MX" sz="1800">
                  <a:solidFill>
                    <a:schemeClr val="dk1"/>
                  </a:solidFill>
                  <a:latin typeface="Rockwell"/>
                  <a:ea typeface="Rockwell"/>
                  <a:cs typeface="Rockwell"/>
                  <a:sym typeface="Rockwell"/>
                </a:rPr>
                <a:t>     </a:t>
              </a:r>
              <a:r>
                <a:rPr lang="es-MX" sz="1800">
                  <a:solidFill>
                    <a:srgbClr val="C00000"/>
                  </a:solidFill>
                  <a:latin typeface="Rockwell"/>
                  <a:ea typeface="Rockwell"/>
                  <a:cs typeface="Rockwell"/>
                  <a:sym typeface="Rockwell"/>
                </a:rPr>
                <a:t>0.51</a:t>
              </a:r>
              <a:endParaRPr/>
            </a:p>
          </p:txBody>
        </p:sp>
        <p:sp>
          <p:nvSpPr>
            <p:cNvPr id="369" name="Google Shape;369;p33"/>
            <p:cNvSpPr txBox="1"/>
            <p:nvPr/>
          </p:nvSpPr>
          <p:spPr>
            <a:xfrm>
              <a:off x="8185513" y="4457232"/>
              <a:ext cx="35509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7F7F7F"/>
                  </a:solidFill>
                  <a:latin typeface="Rockwell"/>
                  <a:ea typeface="Rockwell"/>
                  <a:cs typeface="Rockwell"/>
                  <a:sym typeface="Rockwell"/>
                </a:rPr>
                <a:t>0.02</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0.03</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0.02</a:t>
              </a:r>
              <a:r>
                <a:rPr lang="es-MX" sz="1800">
                  <a:solidFill>
                    <a:schemeClr val="dk1"/>
                  </a:solidFill>
                  <a:latin typeface="Rockwell"/>
                  <a:ea typeface="Rockwell"/>
                  <a:cs typeface="Rockwell"/>
                  <a:sym typeface="Rockwell"/>
                </a:rPr>
                <a:t>    </a:t>
              </a:r>
              <a:r>
                <a:rPr lang="es-MX" sz="1800">
                  <a:solidFill>
                    <a:srgbClr val="7030A0"/>
                  </a:solidFill>
                  <a:latin typeface="Rockwell"/>
                  <a:ea typeface="Rockwell"/>
                  <a:cs typeface="Rockwell"/>
                  <a:sym typeface="Rockwell"/>
                </a:rPr>
                <a:t>0.93</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0.05</a:t>
              </a:r>
              <a:endParaRPr/>
            </a:p>
          </p:txBody>
        </p:sp>
        <p:sp>
          <p:nvSpPr>
            <p:cNvPr id="370" name="Google Shape;370;p33"/>
            <p:cNvSpPr txBox="1"/>
            <p:nvPr/>
          </p:nvSpPr>
          <p:spPr>
            <a:xfrm>
              <a:off x="8185513" y="5011230"/>
              <a:ext cx="34355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rgbClr val="7F7F7F"/>
                  </a:solidFill>
                  <a:latin typeface="Rockwell"/>
                  <a:ea typeface="Rockwell"/>
                  <a:cs typeface="Rockwell"/>
                  <a:sym typeface="Rockwell"/>
                </a:rPr>
                <a:t>0.05</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0.05</a:t>
              </a:r>
              <a:r>
                <a:rPr lang="es-MX" sz="1800">
                  <a:solidFill>
                    <a:schemeClr val="dk1"/>
                  </a:solidFill>
                  <a:latin typeface="Rockwell"/>
                  <a:ea typeface="Rockwell"/>
                  <a:cs typeface="Rockwell"/>
                  <a:sym typeface="Rockwell"/>
                </a:rPr>
                <a:t>     </a:t>
              </a:r>
              <a:r>
                <a:rPr lang="es-MX" sz="1800">
                  <a:solidFill>
                    <a:srgbClr val="7F7F7F"/>
                  </a:solidFill>
                  <a:latin typeface="Rockwell"/>
                  <a:ea typeface="Rockwell"/>
                  <a:cs typeface="Rockwell"/>
                  <a:sym typeface="Rockwell"/>
                </a:rPr>
                <a:t> </a:t>
              </a:r>
              <a:r>
                <a:rPr lang="es-MX" sz="1800">
                  <a:solidFill>
                    <a:srgbClr val="C00000"/>
                  </a:solidFill>
                  <a:latin typeface="Rockwell"/>
                  <a:ea typeface="Rockwell"/>
                  <a:cs typeface="Rockwell"/>
                  <a:sym typeface="Rockwell"/>
                </a:rPr>
                <a:t>0.51</a:t>
              </a:r>
              <a:r>
                <a:rPr lang="es-MX" sz="1800">
                  <a:solidFill>
                    <a:srgbClr val="7F7F7F"/>
                  </a:solidFill>
                  <a:latin typeface="Rockwell"/>
                  <a:ea typeface="Rockwell"/>
                  <a:cs typeface="Rockwell"/>
                  <a:sym typeface="Rockwell"/>
                </a:rPr>
                <a:t>    0.05</a:t>
              </a:r>
              <a:r>
                <a:rPr lang="es-MX" sz="1800">
                  <a:solidFill>
                    <a:schemeClr val="dk1"/>
                  </a:solidFill>
                  <a:latin typeface="Rockwell"/>
                  <a:ea typeface="Rockwell"/>
                  <a:cs typeface="Rockwell"/>
                  <a:sym typeface="Rockwell"/>
                </a:rPr>
                <a:t>     </a:t>
              </a:r>
              <a:r>
                <a:rPr lang="es-MX" sz="1800">
                  <a:solidFill>
                    <a:srgbClr val="7030A0"/>
                  </a:solidFill>
                  <a:latin typeface="Rockwell"/>
                  <a:ea typeface="Rockwell"/>
                  <a:cs typeface="Rockwell"/>
                  <a:sym typeface="Rockwell"/>
                </a:rPr>
                <a:t>0.98</a:t>
              </a:r>
              <a:endParaRPr/>
            </a:p>
          </p:txBody>
        </p:sp>
      </p:grpSp>
      <p:pic>
        <p:nvPicPr>
          <p:cNvPr id="371" name="Google Shape;371;p33"/>
          <p:cNvPicPr preferRelativeResize="0"/>
          <p:nvPr/>
        </p:nvPicPr>
        <p:blipFill rotWithShape="1">
          <a:blip r:embed="rId4">
            <a:alphaModFix/>
          </a:blip>
          <a:srcRect b="0" l="0" r="0" t="0"/>
          <a:stretch/>
        </p:blipFill>
        <p:spPr>
          <a:xfrm>
            <a:off x="9238100" y="1721935"/>
            <a:ext cx="2755900" cy="4991100"/>
          </a:xfrm>
          <a:prstGeom prst="rect">
            <a:avLst/>
          </a:prstGeom>
          <a:noFill/>
          <a:ln>
            <a:noFill/>
          </a:ln>
        </p:spPr>
      </p:pic>
      <p:pic>
        <p:nvPicPr>
          <p:cNvPr id="372" name="Google Shape;372;p33"/>
          <p:cNvPicPr preferRelativeResize="0"/>
          <p:nvPr/>
        </p:nvPicPr>
        <p:blipFill rotWithShape="1">
          <a:blip r:embed="rId5">
            <a:alphaModFix/>
          </a:blip>
          <a:srcRect b="0" l="0" r="0" t="0"/>
          <a:stretch/>
        </p:blipFill>
        <p:spPr>
          <a:xfrm>
            <a:off x="7380569" y="539430"/>
            <a:ext cx="4613431" cy="883423"/>
          </a:xfrm>
          <a:prstGeom prst="rect">
            <a:avLst/>
          </a:prstGeom>
          <a:noFill/>
          <a:ln>
            <a:noFill/>
          </a:ln>
        </p:spPr>
      </p:pic>
      <p:grpSp>
        <p:nvGrpSpPr>
          <p:cNvPr id="373" name="Google Shape;373;p33"/>
          <p:cNvGrpSpPr/>
          <p:nvPr/>
        </p:nvGrpSpPr>
        <p:grpSpPr>
          <a:xfrm>
            <a:off x="7459950" y="1718050"/>
            <a:ext cx="2343900" cy="1288429"/>
            <a:chOff x="7459950" y="1718050"/>
            <a:chExt cx="2343900" cy="1288429"/>
          </a:xfrm>
        </p:grpSpPr>
        <p:sp>
          <p:nvSpPr>
            <p:cNvPr id="374" name="Google Shape;374;p33"/>
            <p:cNvSpPr txBox="1"/>
            <p:nvPr/>
          </p:nvSpPr>
          <p:spPr>
            <a:xfrm>
              <a:off x="7459950" y="1718050"/>
              <a:ext cx="2343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Rockwell"/>
                  <a:ea typeface="Rockwell"/>
                  <a:cs typeface="Rockwell"/>
                  <a:sym typeface="Rockwell"/>
                </a:rPr>
                <a:t>Query,  Key,  Value</a:t>
              </a:r>
              <a:endParaRPr/>
            </a:p>
          </p:txBody>
        </p:sp>
        <p:grpSp>
          <p:nvGrpSpPr>
            <p:cNvPr id="375" name="Google Shape;375;p33"/>
            <p:cNvGrpSpPr/>
            <p:nvPr/>
          </p:nvGrpSpPr>
          <p:grpSpPr>
            <a:xfrm>
              <a:off x="7800877" y="2087340"/>
              <a:ext cx="200723" cy="919129"/>
              <a:chOff x="7853658" y="1847464"/>
              <a:chExt cx="200723" cy="919129"/>
            </a:xfrm>
          </p:grpSpPr>
          <p:sp>
            <p:nvSpPr>
              <p:cNvPr id="376" name="Google Shape;376;p33"/>
              <p:cNvSpPr/>
              <p:nvPr/>
            </p:nvSpPr>
            <p:spPr>
              <a:xfrm>
                <a:off x="7853659" y="1847464"/>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77" name="Google Shape;377;p33"/>
              <p:cNvSpPr/>
              <p:nvPr/>
            </p:nvSpPr>
            <p:spPr>
              <a:xfrm>
                <a:off x="7853658" y="2032130"/>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78" name="Google Shape;378;p33"/>
              <p:cNvSpPr/>
              <p:nvPr/>
            </p:nvSpPr>
            <p:spPr>
              <a:xfrm>
                <a:off x="7853658" y="2216796"/>
                <a:ext cx="200700" cy="186600"/>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79" name="Google Shape;379;p33"/>
              <p:cNvSpPr/>
              <p:nvPr/>
            </p:nvSpPr>
            <p:spPr>
              <a:xfrm>
                <a:off x="7853658" y="2402995"/>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0" name="Google Shape;380;p33"/>
              <p:cNvSpPr/>
              <p:nvPr/>
            </p:nvSpPr>
            <p:spPr>
              <a:xfrm>
                <a:off x="7853658" y="2580107"/>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381" name="Google Shape;381;p33"/>
            <p:cNvGrpSpPr/>
            <p:nvPr/>
          </p:nvGrpSpPr>
          <p:grpSpPr>
            <a:xfrm>
              <a:off x="8439338" y="2087348"/>
              <a:ext cx="200723" cy="919129"/>
              <a:chOff x="7853658" y="1847464"/>
              <a:chExt cx="200723" cy="919129"/>
            </a:xfrm>
          </p:grpSpPr>
          <p:sp>
            <p:nvSpPr>
              <p:cNvPr id="382" name="Google Shape;382;p33"/>
              <p:cNvSpPr/>
              <p:nvPr/>
            </p:nvSpPr>
            <p:spPr>
              <a:xfrm>
                <a:off x="7853659" y="1847464"/>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3" name="Google Shape;383;p33"/>
              <p:cNvSpPr/>
              <p:nvPr/>
            </p:nvSpPr>
            <p:spPr>
              <a:xfrm>
                <a:off x="7853658" y="2032130"/>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4" name="Google Shape;384;p33"/>
              <p:cNvSpPr/>
              <p:nvPr/>
            </p:nvSpPr>
            <p:spPr>
              <a:xfrm>
                <a:off x="7853658" y="2216796"/>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5" name="Google Shape;385;p33"/>
              <p:cNvSpPr/>
              <p:nvPr/>
            </p:nvSpPr>
            <p:spPr>
              <a:xfrm>
                <a:off x="7853658" y="2402995"/>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6" name="Google Shape;386;p33"/>
              <p:cNvSpPr/>
              <p:nvPr/>
            </p:nvSpPr>
            <p:spPr>
              <a:xfrm>
                <a:off x="7853658" y="2580107"/>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nvGrpSpPr>
            <p:cNvPr id="387" name="Google Shape;387;p33"/>
            <p:cNvGrpSpPr/>
            <p:nvPr/>
          </p:nvGrpSpPr>
          <p:grpSpPr>
            <a:xfrm>
              <a:off x="9077793" y="2087350"/>
              <a:ext cx="200723" cy="919129"/>
              <a:chOff x="7853658" y="1847464"/>
              <a:chExt cx="200723" cy="919129"/>
            </a:xfrm>
          </p:grpSpPr>
          <p:sp>
            <p:nvSpPr>
              <p:cNvPr id="388" name="Google Shape;388;p33"/>
              <p:cNvSpPr/>
              <p:nvPr/>
            </p:nvSpPr>
            <p:spPr>
              <a:xfrm>
                <a:off x="7853659" y="1847464"/>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89" name="Google Shape;389;p33"/>
              <p:cNvSpPr/>
              <p:nvPr/>
            </p:nvSpPr>
            <p:spPr>
              <a:xfrm>
                <a:off x="7853658" y="2032130"/>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90" name="Google Shape;390;p33"/>
              <p:cNvSpPr/>
              <p:nvPr/>
            </p:nvSpPr>
            <p:spPr>
              <a:xfrm>
                <a:off x="7853658" y="2216796"/>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91" name="Google Shape;391;p33"/>
              <p:cNvSpPr/>
              <p:nvPr/>
            </p:nvSpPr>
            <p:spPr>
              <a:xfrm>
                <a:off x="7853658" y="2402995"/>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392" name="Google Shape;392;p33"/>
              <p:cNvSpPr/>
              <p:nvPr/>
            </p:nvSpPr>
            <p:spPr>
              <a:xfrm>
                <a:off x="7853658" y="2580107"/>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grpSp>
      </p:grpSp>
      <p:pic>
        <p:nvPicPr>
          <p:cNvPr id="393" name="Google Shape;393;p33"/>
          <p:cNvPicPr preferRelativeResize="0"/>
          <p:nvPr/>
        </p:nvPicPr>
        <p:blipFill rotWithShape="1">
          <a:blip r:embed="rId6">
            <a:alphaModFix/>
          </a:blip>
          <a:srcRect b="0" l="0" r="0" t="0"/>
          <a:stretch/>
        </p:blipFill>
        <p:spPr>
          <a:xfrm>
            <a:off x="3836934" y="3106427"/>
            <a:ext cx="5433236" cy="32870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4"/>
          <p:cNvSpPr txBox="1"/>
          <p:nvPr>
            <p:ph type="title"/>
          </p:nvPr>
        </p:nvSpPr>
        <p:spPr>
          <a:xfrm>
            <a:off x="503634" y="350818"/>
            <a:ext cx="4759742" cy="160934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5400"/>
              <a:buFont typeface="Rockwell"/>
              <a:buNone/>
            </a:pPr>
            <a:r>
              <a:rPr lang="es-MX" sz="4400"/>
              <a:t>BENEFITS OF </a:t>
            </a:r>
            <a:br>
              <a:rPr lang="es-MX" sz="4400"/>
            </a:br>
            <a:r>
              <a:rPr lang="es-MX" sz="4400"/>
              <a:t>TRANSFORMERS</a:t>
            </a:r>
            <a:endParaRPr sz="4400"/>
          </a:p>
        </p:txBody>
      </p:sp>
      <p:sp>
        <p:nvSpPr>
          <p:cNvPr id="399" name="Google Shape;399;p34"/>
          <p:cNvSpPr txBox="1"/>
          <p:nvPr>
            <p:ph idx="1" type="body"/>
          </p:nvPr>
        </p:nvSpPr>
        <p:spPr>
          <a:xfrm>
            <a:off x="708844" y="2911032"/>
            <a:ext cx="5152532" cy="3099475"/>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SzPts val="2040"/>
              <a:buFont typeface="Rockwell"/>
              <a:buAutoNum type="arabicPeriod"/>
            </a:pPr>
            <a:r>
              <a:rPr lang="es-MX" sz="2400"/>
              <a:t>Training in parallel: </a:t>
            </a:r>
            <a:r>
              <a:rPr lang="es-MX" sz="2400">
                <a:solidFill>
                  <a:schemeClr val="accent2"/>
                </a:solidFill>
              </a:rPr>
              <a:t>you can exploit GPU’s and TPU’s</a:t>
            </a:r>
            <a:endParaRPr/>
          </a:p>
          <a:p>
            <a:pPr indent="-327660" lvl="0" marL="457200" rtl="0" algn="l">
              <a:lnSpc>
                <a:spcPct val="90000"/>
              </a:lnSpc>
              <a:spcBef>
                <a:spcPts val="1200"/>
              </a:spcBef>
              <a:spcAft>
                <a:spcPts val="0"/>
              </a:spcAft>
              <a:buSzPts val="2040"/>
              <a:buFont typeface="Rockwell"/>
              <a:buNone/>
            </a:pPr>
            <a:r>
              <a:t/>
            </a:r>
            <a:endParaRPr sz="2400">
              <a:solidFill>
                <a:schemeClr val="accent2"/>
              </a:solidFill>
            </a:endParaRPr>
          </a:p>
          <a:p>
            <a:pPr indent="-457200" lvl="0" marL="457200" rtl="0" algn="l">
              <a:lnSpc>
                <a:spcPct val="90000"/>
              </a:lnSpc>
              <a:spcBef>
                <a:spcPts val="1200"/>
              </a:spcBef>
              <a:spcAft>
                <a:spcPts val="0"/>
              </a:spcAft>
              <a:buSzPts val="2040"/>
              <a:buFont typeface="Rockwell"/>
              <a:buAutoNum type="arabicPeriod"/>
            </a:pPr>
            <a:r>
              <a:rPr lang="es-MX" sz="2400"/>
              <a:t>Transfer learning: </a:t>
            </a:r>
            <a:r>
              <a:rPr lang="es-MX" sz="2400">
                <a:solidFill>
                  <a:schemeClr val="accent2"/>
                </a:solidFill>
              </a:rPr>
              <a:t>you train one model for many NLP tasks</a:t>
            </a:r>
            <a:endParaRPr/>
          </a:p>
        </p:txBody>
      </p:sp>
      <p:pic>
        <p:nvPicPr>
          <p:cNvPr id="400" name="Google Shape;400;p34"/>
          <p:cNvPicPr preferRelativeResize="0"/>
          <p:nvPr/>
        </p:nvPicPr>
        <p:blipFill rotWithShape="1">
          <a:blip r:embed="rId3">
            <a:alphaModFix/>
          </a:blip>
          <a:srcRect b="0" l="0" r="0" t="0"/>
          <a:stretch/>
        </p:blipFill>
        <p:spPr>
          <a:xfrm>
            <a:off x="6231032" y="79844"/>
            <a:ext cx="4702305" cy="6697645"/>
          </a:xfrm>
          <a:prstGeom prst="rect">
            <a:avLst/>
          </a:prstGeom>
          <a:noFill/>
          <a:ln>
            <a:noFill/>
          </a:ln>
        </p:spPr>
      </p:pic>
      <p:sp>
        <p:nvSpPr>
          <p:cNvPr id="401" name="Google Shape;401;p34"/>
          <p:cNvSpPr/>
          <p:nvPr/>
        </p:nvSpPr>
        <p:spPr>
          <a:xfrm>
            <a:off x="8642195" y="1471961"/>
            <a:ext cx="1683834" cy="3512634"/>
          </a:xfrm>
          <a:prstGeom prst="roundRect">
            <a:avLst>
              <a:gd fmla="val 16667" name="adj"/>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402" name="Google Shape;402;p34"/>
          <p:cNvSpPr txBox="1"/>
          <p:nvPr/>
        </p:nvSpPr>
        <p:spPr>
          <a:xfrm>
            <a:off x="10787267" y="821176"/>
            <a:ext cx="106311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solidFill>
                  <a:srgbClr val="FF0000"/>
                </a:solidFill>
                <a:latin typeface="Rockwell"/>
                <a:ea typeface="Rockwell"/>
                <a:cs typeface="Rockwell"/>
                <a:sym typeface="Rockwell"/>
              </a:rPr>
              <a:t>GPT</a:t>
            </a:r>
            <a:endParaRPr/>
          </a:p>
          <a:p>
            <a:pPr indent="0" lvl="0" marL="0" marR="0" rtl="0" algn="ctr">
              <a:spcBef>
                <a:spcPts val="0"/>
              </a:spcBef>
              <a:spcAft>
                <a:spcPts val="0"/>
              </a:spcAft>
              <a:buNone/>
            </a:pPr>
            <a:r>
              <a:rPr b="1" lang="es-MX" sz="1800">
                <a:solidFill>
                  <a:srgbClr val="FF0000"/>
                </a:solidFill>
                <a:latin typeface="Rockwell"/>
                <a:ea typeface="Rockwell"/>
                <a:cs typeface="Rockwell"/>
                <a:sym typeface="Rockwell"/>
              </a:rPr>
              <a:t>by </a:t>
            </a:r>
            <a:endParaRPr/>
          </a:p>
          <a:p>
            <a:pPr indent="0" lvl="0" marL="0" marR="0" rtl="0" algn="ctr">
              <a:spcBef>
                <a:spcPts val="0"/>
              </a:spcBef>
              <a:spcAft>
                <a:spcPts val="0"/>
              </a:spcAft>
              <a:buNone/>
            </a:pPr>
            <a:r>
              <a:rPr b="1" lang="es-MX" sz="1800">
                <a:solidFill>
                  <a:srgbClr val="FF0000"/>
                </a:solidFill>
                <a:latin typeface="Rockwell"/>
                <a:ea typeface="Rockwell"/>
                <a:cs typeface="Rockwell"/>
                <a:sym typeface="Rockwell"/>
              </a:rPr>
              <a:t>OpenAI</a:t>
            </a:r>
            <a:endParaRPr/>
          </a:p>
        </p:txBody>
      </p:sp>
      <p:sp>
        <p:nvSpPr>
          <p:cNvPr id="403" name="Google Shape;403;p34"/>
          <p:cNvSpPr/>
          <p:nvPr/>
        </p:nvSpPr>
        <p:spPr>
          <a:xfrm>
            <a:off x="6825316" y="2497873"/>
            <a:ext cx="1683834" cy="2486722"/>
          </a:xfrm>
          <a:prstGeom prst="roundRect">
            <a:avLst>
              <a:gd fmla="val 16667" name="adj"/>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404" name="Google Shape;404;p34"/>
          <p:cNvSpPr txBox="1"/>
          <p:nvPr/>
        </p:nvSpPr>
        <p:spPr>
          <a:xfrm>
            <a:off x="5728329" y="1574543"/>
            <a:ext cx="1005404"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800">
                <a:solidFill>
                  <a:srgbClr val="00B050"/>
                </a:solidFill>
                <a:latin typeface="Rockwell"/>
                <a:ea typeface="Rockwell"/>
                <a:cs typeface="Rockwell"/>
                <a:sym typeface="Rockwell"/>
              </a:rPr>
              <a:t>BERT</a:t>
            </a:r>
            <a:endParaRPr/>
          </a:p>
          <a:p>
            <a:pPr indent="0" lvl="0" marL="0" marR="0" rtl="0" algn="ctr">
              <a:spcBef>
                <a:spcPts val="0"/>
              </a:spcBef>
              <a:spcAft>
                <a:spcPts val="0"/>
              </a:spcAft>
              <a:buNone/>
            </a:pPr>
            <a:r>
              <a:rPr b="1" lang="es-MX" sz="1800">
                <a:solidFill>
                  <a:srgbClr val="00B050"/>
                </a:solidFill>
                <a:latin typeface="Rockwell"/>
                <a:ea typeface="Rockwell"/>
                <a:cs typeface="Rockwell"/>
                <a:sym typeface="Rockwell"/>
              </a:rPr>
              <a:t>by </a:t>
            </a:r>
            <a:endParaRPr/>
          </a:p>
          <a:p>
            <a:pPr indent="0" lvl="0" marL="0" marR="0" rtl="0" algn="ctr">
              <a:spcBef>
                <a:spcPts val="0"/>
              </a:spcBef>
              <a:spcAft>
                <a:spcPts val="0"/>
              </a:spcAft>
              <a:buNone/>
            </a:pPr>
            <a:r>
              <a:rPr b="1" lang="es-MX" sz="1800">
                <a:solidFill>
                  <a:srgbClr val="00B050"/>
                </a:solidFill>
                <a:latin typeface="Rockwell"/>
                <a:ea typeface="Rockwell"/>
                <a:cs typeface="Rockwell"/>
                <a:sym typeface="Rockwell"/>
              </a:rPr>
              <a:t>Google</a:t>
            </a:r>
            <a:endParaRPr/>
          </a:p>
        </p:txBody>
      </p:sp>
      <p:pic>
        <p:nvPicPr>
          <p:cNvPr id="405" name="Google Shape;405;p34"/>
          <p:cNvPicPr preferRelativeResize="0"/>
          <p:nvPr/>
        </p:nvPicPr>
        <p:blipFill rotWithShape="1">
          <a:blip r:embed="rId4">
            <a:alphaModFix/>
          </a:blip>
          <a:srcRect b="0" l="0" r="0" t="0"/>
          <a:stretch/>
        </p:blipFill>
        <p:spPr>
          <a:xfrm>
            <a:off x="5072610" y="59116"/>
            <a:ext cx="2316843" cy="1303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OPENAI GPT (2018)</a:t>
            </a:r>
            <a:endParaRPr/>
          </a:p>
        </p:txBody>
      </p:sp>
      <p:sp>
        <p:nvSpPr>
          <p:cNvPr id="411" name="Google Shape;411;p35"/>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Following the similar idea of ELMo, OpenAI GPT, short for </a:t>
            </a:r>
            <a:r>
              <a:rPr lang="es-MX">
                <a:solidFill>
                  <a:srgbClr val="FF0000"/>
                </a:solidFill>
              </a:rPr>
              <a:t>Generative Pre-training Transformer</a:t>
            </a:r>
            <a:r>
              <a:rPr lang="es-MX"/>
              <a:t> (Radford et al., 2018), expands the unsupervised language model to a much larger scale by training on a giant collection of free text corpora. </a:t>
            </a:r>
            <a:endParaRPr/>
          </a:p>
          <a:p>
            <a:pPr indent="0" lvl="0" marL="0" rtl="0" algn="l">
              <a:lnSpc>
                <a:spcPct val="90000"/>
              </a:lnSpc>
              <a:spcBef>
                <a:spcPts val="1200"/>
              </a:spcBef>
              <a:spcAft>
                <a:spcPts val="0"/>
              </a:spcAft>
              <a:buSzPts val="1700"/>
              <a:buNone/>
            </a:pPr>
            <a:r>
              <a:t/>
            </a:r>
            <a:endParaRPr/>
          </a:p>
          <a:p>
            <a:pPr indent="0" lvl="0" marL="0" rtl="0" algn="ctr">
              <a:lnSpc>
                <a:spcPct val="90000"/>
              </a:lnSpc>
              <a:spcBef>
                <a:spcPts val="1200"/>
              </a:spcBef>
              <a:spcAft>
                <a:spcPts val="0"/>
              </a:spcAft>
              <a:buSzPts val="2380"/>
              <a:buNone/>
            </a:pPr>
            <a:r>
              <a:rPr lang="es-MX" sz="2800"/>
              <a:t>ELMo Vs GPT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ELMo uses a shallow concatenation of independently trained left-to-right and right-to-left multi-layer LSTMs, while GPT is a multi-layer transformer decoder.</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ELMo feeds embeddings into models customized for specific tasks as additional features, while GPT fine-tunes the same base model for all end tasks.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6"/>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GOOGLE BERT (2019)</a:t>
            </a:r>
            <a:endParaRPr/>
          </a:p>
        </p:txBody>
      </p:sp>
      <p:sp>
        <p:nvSpPr>
          <p:cNvPr id="417" name="Google Shape;417;p36"/>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es-MX"/>
              <a:t>BERT, short for </a:t>
            </a:r>
            <a:r>
              <a:rPr lang="es-MX">
                <a:solidFill>
                  <a:srgbClr val="00B050"/>
                </a:solidFill>
              </a:rPr>
              <a:t>Bidirectional Encoder Representations from Transformers </a:t>
            </a:r>
            <a:r>
              <a:rPr lang="es-MX"/>
              <a:t>(Devlin, et al., 2019) is a direct descendant to GPT.</a:t>
            </a:r>
            <a:endParaRPr/>
          </a:p>
          <a:p>
            <a:pPr indent="-74929"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Train a large language model on free text and then fine-tune on specific tasks without customized network architectures.</a:t>
            </a:r>
            <a:endParaRPr/>
          </a:p>
          <a:p>
            <a:pPr indent="-74929"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Compared to GPT, the largest difference and improvement of BERT is to make training bi-directional. The model learns to predict both context on the left and right.</a:t>
            </a:r>
            <a:endParaRPr/>
          </a:p>
        </p:txBody>
      </p:sp>
      <p:pic>
        <p:nvPicPr>
          <p:cNvPr id="418" name="Google Shape;418;p36"/>
          <p:cNvPicPr preferRelativeResize="0"/>
          <p:nvPr/>
        </p:nvPicPr>
        <p:blipFill rotWithShape="1">
          <a:blip r:embed="rId3">
            <a:alphaModFix/>
          </a:blip>
          <a:srcRect b="0" l="0" r="0" t="0"/>
          <a:stretch/>
        </p:blipFill>
        <p:spPr>
          <a:xfrm>
            <a:off x="8733927" y="457200"/>
            <a:ext cx="2316843" cy="1303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ph type="title"/>
          </p:nvPr>
        </p:nvSpPr>
        <p:spPr>
          <a:xfrm>
            <a:off x="167268" y="-184666"/>
            <a:ext cx="5910146"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BERT AS SERVICE</a:t>
            </a:r>
            <a:endParaRPr/>
          </a:p>
        </p:txBody>
      </p:sp>
      <p:sp>
        <p:nvSpPr>
          <p:cNvPr id="424" name="Google Shape;424;p37"/>
          <p:cNvSpPr txBox="1"/>
          <p:nvPr/>
        </p:nvSpPr>
        <p:spPr>
          <a:xfrm>
            <a:off x="7025267" y="269411"/>
            <a:ext cx="48392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u="sng">
                <a:solidFill>
                  <a:schemeClr val="dk1"/>
                </a:solidFill>
                <a:latin typeface="Rockwell"/>
                <a:ea typeface="Rockwell"/>
                <a:cs typeface="Rockwell"/>
                <a:sym typeface="Rockwell"/>
                <a:hlinkClick r:id="rId3">
                  <a:extLst>
                    <a:ext uri="{A12FA001-AC4F-418D-AE19-62706E023703}">
                      <ahyp:hlinkClr val="tx"/>
                    </a:ext>
                  </a:extLst>
                </a:hlinkClick>
              </a:rPr>
              <a:t>https://github.com/hanxiao/bert-as-service</a:t>
            </a:r>
            <a:endParaRPr sz="1800">
              <a:solidFill>
                <a:schemeClr val="dk1"/>
              </a:solidFill>
              <a:latin typeface="Rockwell"/>
              <a:ea typeface="Rockwell"/>
              <a:cs typeface="Rockwell"/>
              <a:sym typeface="Rockwell"/>
            </a:endParaRPr>
          </a:p>
        </p:txBody>
      </p:sp>
      <p:pic>
        <p:nvPicPr>
          <p:cNvPr id="425" name="Google Shape;425;p37"/>
          <p:cNvPicPr preferRelativeResize="0"/>
          <p:nvPr/>
        </p:nvPicPr>
        <p:blipFill rotWithShape="1">
          <a:blip r:embed="rId4">
            <a:alphaModFix/>
          </a:blip>
          <a:srcRect b="0" l="0" r="0" t="0"/>
          <a:stretch/>
        </p:blipFill>
        <p:spPr>
          <a:xfrm>
            <a:off x="2651690" y="1092820"/>
            <a:ext cx="9447026" cy="565366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GPT-2 (2019)</a:t>
            </a:r>
            <a:endParaRPr/>
          </a:p>
        </p:txBody>
      </p:sp>
      <p:sp>
        <p:nvSpPr>
          <p:cNvPr id="431" name="Google Shape;431;p38"/>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380"/>
              <a:buNone/>
            </a:pPr>
            <a:r>
              <a:t/>
            </a:r>
            <a:endParaRPr sz="2800"/>
          </a:p>
          <a:p>
            <a:pPr indent="-182880" lvl="1" marL="457200" rtl="0" algn="l">
              <a:lnSpc>
                <a:spcPct val="90000"/>
              </a:lnSpc>
              <a:spcBef>
                <a:spcPts val="400"/>
              </a:spcBef>
              <a:spcAft>
                <a:spcPts val="0"/>
              </a:spcAft>
              <a:buSzPts val="2040"/>
              <a:buChar char="▪"/>
            </a:pPr>
            <a:r>
              <a:rPr lang="es-MX" sz="2400"/>
              <a:t>It has 1.5B parameters, 10x more than the original GPT.</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It achieved SOTA results on 7 out of 8 tested language modeling datasets in a zero-shot transfer setting without any task-specific fine-tuning. </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The pre-training dataset contains 8 million Web pages collected by crawling qualified outbound links from Reddit. </a:t>
            </a:r>
            <a:endParaRPr/>
          </a:p>
          <a:p>
            <a:pPr indent="-74929" lvl="0" marL="182880" rtl="0" algn="l">
              <a:lnSpc>
                <a:spcPct val="90000"/>
              </a:lnSpc>
              <a:spcBef>
                <a:spcPts val="1400"/>
              </a:spcBef>
              <a:spcAft>
                <a:spcPts val="0"/>
              </a:spcAft>
              <a:buSzPts val="1700"/>
              <a:buNone/>
            </a:pPr>
            <a:r>
              <a:t/>
            </a:r>
            <a:endParaRPr/>
          </a:p>
        </p:txBody>
      </p:sp>
      <p:pic>
        <p:nvPicPr>
          <p:cNvPr id="432" name="Google Shape;432;p38"/>
          <p:cNvPicPr preferRelativeResize="0"/>
          <p:nvPr/>
        </p:nvPicPr>
        <p:blipFill rotWithShape="1">
          <a:blip r:embed="rId3">
            <a:alphaModFix/>
          </a:blip>
          <a:srcRect b="0" l="0" r="0" t="0"/>
          <a:stretch/>
        </p:blipFill>
        <p:spPr>
          <a:xfrm>
            <a:off x="3048" y="1972874"/>
            <a:ext cx="12192000" cy="41993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GPT-2 AS SERVICE</a:t>
            </a:r>
            <a:endParaRPr/>
          </a:p>
        </p:txBody>
      </p:sp>
      <p:pic>
        <p:nvPicPr>
          <p:cNvPr id="438" name="Google Shape;438;p39"/>
          <p:cNvPicPr preferRelativeResize="0"/>
          <p:nvPr/>
        </p:nvPicPr>
        <p:blipFill rotWithShape="1">
          <a:blip r:embed="rId3">
            <a:alphaModFix/>
          </a:blip>
          <a:srcRect b="0" l="0" r="0" t="0"/>
          <a:stretch/>
        </p:blipFill>
        <p:spPr>
          <a:xfrm>
            <a:off x="3048" y="2093976"/>
            <a:ext cx="12192000" cy="3862062"/>
          </a:xfrm>
          <a:prstGeom prst="rect">
            <a:avLst/>
          </a:prstGeom>
          <a:noFill/>
          <a:ln>
            <a:noFill/>
          </a:ln>
        </p:spPr>
      </p:pic>
      <p:sp>
        <p:nvSpPr>
          <p:cNvPr id="439" name="Google Shape;439;p39"/>
          <p:cNvSpPr txBox="1"/>
          <p:nvPr/>
        </p:nvSpPr>
        <p:spPr>
          <a:xfrm>
            <a:off x="6356195" y="1802781"/>
            <a:ext cx="5075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u="sng">
                <a:solidFill>
                  <a:schemeClr val="dk1"/>
                </a:solidFill>
                <a:latin typeface="Rockwell"/>
                <a:ea typeface="Rockwell"/>
                <a:cs typeface="Rockwell"/>
                <a:sym typeface="Rockwell"/>
                <a:hlinkClick r:id="rId4">
                  <a:extLst>
                    <a:ext uri="{A12FA001-AC4F-418D-AE19-62706E023703}">
                      <ahyp:hlinkClr val="tx"/>
                    </a:ext>
                  </a:extLst>
                </a:hlinkClick>
              </a:rPr>
              <a:t>https://github.com/huggingface/transformers</a:t>
            </a:r>
            <a:endParaRPr sz="1800">
              <a:solidFill>
                <a:schemeClr val="dk1"/>
              </a:solidFill>
              <a:latin typeface="Rockwell"/>
              <a:ea typeface="Rockwell"/>
              <a:cs typeface="Rockwell"/>
              <a:sym typeface="Rockwe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0"/>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GPT-3 (2020)</a:t>
            </a:r>
            <a:endParaRPr/>
          </a:p>
        </p:txBody>
      </p:sp>
      <p:sp>
        <p:nvSpPr>
          <p:cNvPr id="445" name="Google Shape;445;p40"/>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182880" lvl="1" marL="457200" rtl="0" algn="l">
              <a:lnSpc>
                <a:spcPct val="90000"/>
              </a:lnSpc>
              <a:spcBef>
                <a:spcPts val="0"/>
              </a:spcBef>
              <a:spcAft>
                <a:spcPts val="0"/>
              </a:spcAft>
              <a:buSzPts val="2040"/>
              <a:buChar char="▪"/>
            </a:pPr>
            <a:r>
              <a:rPr lang="es-MX" sz="2400"/>
              <a:t>GPT-3's full version has a capacity of 175 billion machine learning parameters.</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The quality of the text generated by GPT-3 is so high that it is difficult to distinguish from that written by a human. It can even write code! (</a:t>
            </a:r>
            <a:r>
              <a:rPr lang="es-MX" sz="2400" u="sng">
                <a:solidFill>
                  <a:schemeClr val="hlink"/>
                </a:solidFill>
                <a:hlinkClick r:id="rId3"/>
              </a:rPr>
              <a:t>https://twitter.com/sharifshameem/status/1282676454690451457</a:t>
            </a:r>
            <a:r>
              <a:rPr lang="es-MX" sz="2400"/>
              <a:t>)</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Microsoft announced on September 22, 2020 that it had licensed "exclusive" use of GPT-3; others can still use the public API to receive output but only Microsoft has control of the source code.</a:t>
            </a:r>
            <a:endParaRPr/>
          </a:p>
          <a:p>
            <a:pPr indent="-74929" lvl="0" marL="182880" rtl="0" algn="l">
              <a:lnSpc>
                <a:spcPct val="90000"/>
              </a:lnSpc>
              <a:spcBef>
                <a:spcPts val="1400"/>
              </a:spcBef>
              <a:spcAft>
                <a:spcPts val="0"/>
              </a:spcAft>
              <a:buSzPts val="1700"/>
              <a:buNone/>
            </a:pPr>
            <a:r>
              <a:t/>
            </a:r>
            <a:endParaRPr/>
          </a:p>
        </p:txBody>
      </p:sp>
      <p:pic>
        <p:nvPicPr>
          <p:cNvPr id="446" name="Google Shape;446;p40"/>
          <p:cNvPicPr preferRelativeResize="0"/>
          <p:nvPr/>
        </p:nvPicPr>
        <p:blipFill rotWithShape="1">
          <a:blip r:embed="rId4">
            <a:alphaModFix/>
          </a:blip>
          <a:srcRect b="0" l="0" r="0" t="0"/>
          <a:stretch/>
        </p:blipFill>
        <p:spPr>
          <a:xfrm>
            <a:off x="3048" y="2093976"/>
            <a:ext cx="12192000" cy="46941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1"/>
          <p:cNvSpPr txBox="1"/>
          <p:nvPr>
            <p:ph type="title"/>
          </p:nvPr>
        </p:nvSpPr>
        <p:spPr>
          <a:xfrm>
            <a:off x="922704" y="2523639"/>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THANK YOU!</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2"/>
          <p:cNvSpPr txBox="1"/>
          <p:nvPr>
            <p:ph type="title"/>
          </p:nvPr>
        </p:nvSpPr>
        <p:spPr>
          <a:xfrm>
            <a:off x="269751" y="141725"/>
            <a:ext cx="5466900" cy="869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sz="4500"/>
              <a:t>REFERENCES</a:t>
            </a:r>
            <a:endParaRPr sz="4500"/>
          </a:p>
        </p:txBody>
      </p:sp>
      <p:sp>
        <p:nvSpPr>
          <p:cNvPr id="457" name="Google Shape;457;p42"/>
          <p:cNvSpPr txBox="1"/>
          <p:nvPr>
            <p:ph idx="1" type="body"/>
          </p:nvPr>
        </p:nvSpPr>
        <p:spPr>
          <a:xfrm>
            <a:off x="395654" y="1011115"/>
            <a:ext cx="10732594" cy="5767754"/>
          </a:xfrm>
          <a:prstGeom prst="rect">
            <a:avLst/>
          </a:prstGeom>
          <a:noFill/>
          <a:ln>
            <a:noFill/>
          </a:ln>
        </p:spPr>
        <p:txBody>
          <a:bodyPr anchorCtr="0" anchor="t" bIns="45700" lIns="91425" spcFirstLastPara="1" rIns="91425" wrap="square" tIns="45700">
            <a:normAutofit lnSpcReduction="10000"/>
          </a:bodyPr>
          <a:lstStyle/>
          <a:p>
            <a:pPr indent="-182880" lvl="0" marL="182880" rtl="0" algn="l">
              <a:lnSpc>
                <a:spcPct val="90000"/>
              </a:lnSpc>
              <a:spcBef>
                <a:spcPts val="0"/>
              </a:spcBef>
              <a:spcAft>
                <a:spcPts val="0"/>
              </a:spcAft>
              <a:buSzPts val="1700"/>
              <a:buChar char="▪"/>
            </a:pPr>
            <a:r>
              <a:rPr lang="es-MX">
                <a:solidFill>
                  <a:srgbClr val="7F7F7F"/>
                </a:solidFill>
              </a:rPr>
              <a:t>Sowmya Vajjala, Bodhisattwa Majumder, Anuj Gupta, Harshit Surana. </a:t>
            </a:r>
            <a:r>
              <a:rPr lang="es-MX"/>
              <a:t>Practical Natural Language Processing: A Comprehensive Guide to Building Real-World NLP Systems. </a:t>
            </a:r>
            <a:r>
              <a:rPr lang="es-MX">
                <a:solidFill>
                  <a:srgbClr val="7F7F7F"/>
                </a:solidFill>
              </a:rPr>
              <a:t>O'Reilly Media, 2020.</a:t>
            </a:r>
            <a:endParaRPr/>
          </a:p>
          <a:p>
            <a:pPr indent="-182880" lvl="0" marL="182880" rtl="0" algn="l">
              <a:lnSpc>
                <a:spcPct val="90000"/>
              </a:lnSpc>
              <a:spcBef>
                <a:spcPts val="1200"/>
              </a:spcBef>
              <a:spcAft>
                <a:spcPts val="0"/>
              </a:spcAft>
              <a:buSzPts val="1700"/>
              <a:buChar char="▪"/>
            </a:pPr>
            <a:r>
              <a:rPr lang="es-MX">
                <a:solidFill>
                  <a:srgbClr val="7F7F7F"/>
                </a:solidFill>
              </a:rPr>
              <a:t>Vaswani, Ashish, Noam Shazeer, Niki Parmar, Jakob Uszkoreit, Llion Jones, Aidan N. Gomez, Łukasz Kaiser, and Illia Polosukhin. </a:t>
            </a:r>
            <a:r>
              <a:rPr lang="es-MX"/>
              <a:t>“Attention Is All You Need.” </a:t>
            </a:r>
            <a:r>
              <a:rPr lang="es-MX">
                <a:solidFill>
                  <a:srgbClr val="7F7F7F"/>
                </a:solidFill>
              </a:rPr>
              <a:t>Advances in Neural Information Processing Systems, 2017.</a:t>
            </a:r>
            <a:endParaRPr/>
          </a:p>
          <a:p>
            <a:pPr indent="-182880" lvl="0" marL="182880" rtl="0" algn="l">
              <a:lnSpc>
                <a:spcPct val="90000"/>
              </a:lnSpc>
              <a:spcBef>
                <a:spcPts val="1200"/>
              </a:spcBef>
              <a:spcAft>
                <a:spcPts val="0"/>
              </a:spcAft>
              <a:buSzPts val="1700"/>
              <a:buChar char="▪"/>
            </a:pPr>
            <a:r>
              <a:rPr lang="es-MX">
                <a:solidFill>
                  <a:srgbClr val="7F7F7F"/>
                </a:solidFill>
              </a:rPr>
              <a:t>Devlin, Jacob, Ming-Wei Chang, Kenton Lee, and Kristina Toutanova. </a:t>
            </a:r>
            <a:r>
              <a:rPr lang="es-MX"/>
              <a:t>“BERT: Pre-training of Deep Bidirectional Transformers for Language Understanding.”</a:t>
            </a:r>
            <a:r>
              <a:rPr lang="es-MX">
                <a:solidFill>
                  <a:srgbClr val="7F7F7F"/>
                </a:solidFill>
              </a:rPr>
              <a:t> October 11, 2018.</a:t>
            </a:r>
            <a:endParaRPr/>
          </a:p>
          <a:p>
            <a:pPr indent="-182880" lvl="0" marL="182880" rtl="0" algn="l">
              <a:lnSpc>
                <a:spcPct val="90000"/>
              </a:lnSpc>
              <a:spcBef>
                <a:spcPts val="1200"/>
              </a:spcBef>
              <a:spcAft>
                <a:spcPts val="0"/>
              </a:spcAft>
              <a:buSzPts val="1700"/>
              <a:buChar char="▪"/>
            </a:pPr>
            <a:r>
              <a:rPr lang="es-MX">
                <a:solidFill>
                  <a:srgbClr val="7F7F7F"/>
                </a:solidFill>
              </a:rPr>
              <a:t>Mikolov, Tomas, Kai Chen, Greg Corrado, and Jeffrey Dean. </a:t>
            </a:r>
            <a:r>
              <a:rPr lang="es-MX"/>
              <a:t>“Efficient Estimation of Word Representations in Vector Space”</a:t>
            </a:r>
            <a:r>
              <a:rPr lang="es-MX">
                <a:solidFill>
                  <a:srgbClr val="7F7F7F"/>
                </a:solidFill>
              </a:rPr>
              <a:t>, 2013.</a:t>
            </a:r>
            <a:endParaRPr/>
          </a:p>
          <a:p>
            <a:pPr indent="-182880" lvl="0" marL="182880" rtl="0" algn="l">
              <a:lnSpc>
                <a:spcPct val="90000"/>
              </a:lnSpc>
              <a:spcBef>
                <a:spcPts val="1200"/>
              </a:spcBef>
              <a:spcAft>
                <a:spcPts val="0"/>
              </a:spcAft>
              <a:buSzPts val="1700"/>
              <a:buChar char="▪"/>
            </a:pPr>
            <a:r>
              <a:rPr lang="es-MX">
                <a:solidFill>
                  <a:srgbClr val="7F7F7F"/>
                </a:solidFill>
              </a:rPr>
              <a:t>Bryan McCann, et al. </a:t>
            </a:r>
            <a:r>
              <a:rPr lang="es-MX"/>
              <a:t>“Learned in translation: Contextualized word vectors.” </a:t>
            </a:r>
            <a:r>
              <a:rPr lang="es-MX">
                <a:solidFill>
                  <a:srgbClr val="7F7F7F"/>
                </a:solidFill>
              </a:rPr>
              <a:t>NIPS. 2017.</a:t>
            </a:r>
            <a:endParaRPr/>
          </a:p>
          <a:p>
            <a:pPr indent="-182880" lvl="0" marL="182880" rtl="0" algn="l">
              <a:lnSpc>
                <a:spcPct val="90000"/>
              </a:lnSpc>
              <a:spcBef>
                <a:spcPts val="1200"/>
              </a:spcBef>
              <a:spcAft>
                <a:spcPts val="0"/>
              </a:spcAft>
              <a:buSzPts val="1700"/>
              <a:buChar char="▪"/>
            </a:pPr>
            <a:r>
              <a:rPr lang="es-MX">
                <a:solidFill>
                  <a:srgbClr val="7F7F7F"/>
                </a:solidFill>
              </a:rPr>
              <a:t>Jeffrey Pennington, Richard Socher, and Christopher D. Manning.  </a:t>
            </a:r>
            <a:r>
              <a:rPr lang="es-MX"/>
              <a:t>GloVe: Global Vectors for Word Representation</a:t>
            </a:r>
            <a:r>
              <a:rPr lang="es-MX">
                <a:solidFill>
                  <a:srgbClr val="7F7F7F"/>
                </a:solidFill>
              </a:rPr>
              <a:t>. 2014.</a:t>
            </a:r>
            <a:endParaRPr/>
          </a:p>
          <a:p>
            <a:pPr indent="-182880" lvl="0" marL="182880" rtl="0" algn="l">
              <a:lnSpc>
                <a:spcPct val="90000"/>
              </a:lnSpc>
              <a:spcBef>
                <a:spcPts val="1200"/>
              </a:spcBef>
              <a:spcAft>
                <a:spcPts val="0"/>
              </a:spcAft>
              <a:buSzPts val="1700"/>
              <a:buChar char="▪"/>
            </a:pPr>
            <a:r>
              <a:rPr lang="es-MX">
                <a:solidFill>
                  <a:srgbClr val="7F7F7F"/>
                </a:solidFill>
              </a:rPr>
              <a:t>Ashish Vaswani, et al. </a:t>
            </a:r>
            <a:r>
              <a:rPr lang="es-MX"/>
              <a:t>“Attention is all you need.” </a:t>
            </a:r>
            <a:r>
              <a:rPr lang="es-MX">
                <a:solidFill>
                  <a:srgbClr val="7F7F7F"/>
                </a:solidFill>
              </a:rPr>
              <a:t>NIPS 2017.</a:t>
            </a:r>
            <a:endParaRPr/>
          </a:p>
          <a:p>
            <a:pPr indent="-182880" lvl="0" marL="182880" rtl="0" algn="l">
              <a:lnSpc>
                <a:spcPct val="90000"/>
              </a:lnSpc>
              <a:spcBef>
                <a:spcPts val="1200"/>
              </a:spcBef>
              <a:spcAft>
                <a:spcPts val="0"/>
              </a:spcAft>
              <a:buSzPts val="1700"/>
              <a:buChar char="▪"/>
            </a:pPr>
            <a:r>
              <a:rPr lang="es-MX">
                <a:solidFill>
                  <a:srgbClr val="7F7F7F"/>
                </a:solidFill>
              </a:rPr>
              <a:t>Jacob Devlin, et al. </a:t>
            </a:r>
            <a:r>
              <a:rPr lang="es-MX"/>
              <a:t>“BERT: Pre-training of deep bidirectional transformers for language understanding.” </a:t>
            </a:r>
            <a:r>
              <a:rPr lang="es-MX">
                <a:solidFill>
                  <a:srgbClr val="7F7F7F"/>
                </a:solidFill>
              </a:rPr>
              <a:t>arXiv:1810.04805 (2018).</a:t>
            </a:r>
            <a:endParaRPr/>
          </a:p>
          <a:p>
            <a:pPr indent="-182880" lvl="0" marL="182880" rtl="0" algn="l">
              <a:lnSpc>
                <a:spcPct val="90000"/>
              </a:lnSpc>
              <a:spcBef>
                <a:spcPts val="1200"/>
              </a:spcBef>
              <a:spcAft>
                <a:spcPts val="0"/>
              </a:spcAft>
              <a:buSzPts val="1700"/>
              <a:buChar char="▪"/>
            </a:pPr>
            <a:r>
              <a:rPr lang="es-MX">
                <a:solidFill>
                  <a:srgbClr val="7F7F7F"/>
                </a:solidFill>
              </a:rPr>
              <a:t>Alec Radford et al. </a:t>
            </a:r>
            <a:r>
              <a:rPr lang="es-MX"/>
              <a:t>“Improving Language Understanding by Generative Pre-Training”. </a:t>
            </a:r>
            <a:r>
              <a:rPr lang="es-MX">
                <a:solidFill>
                  <a:srgbClr val="7F7F7F"/>
                </a:solidFill>
              </a:rPr>
              <a:t>OpenAI Blog, June 11, 2018.</a:t>
            </a:r>
            <a:endParaRPr/>
          </a:p>
          <a:p>
            <a:pPr indent="-74929" lvl="0" marL="182880" rtl="0" algn="l">
              <a:lnSpc>
                <a:spcPct val="90000"/>
              </a:lnSpc>
              <a:spcBef>
                <a:spcPts val="1200"/>
              </a:spcBef>
              <a:spcAft>
                <a:spcPts val="0"/>
              </a:spcAft>
              <a:buSzPts val="1700"/>
              <a:buNone/>
            </a:pPr>
            <a:r>
              <a:t/>
            </a:r>
            <a:endParaRPr>
              <a:solidFill>
                <a:srgbClr val="7F7F7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tras en madera">
  <a:themeElements>
    <a:clrScheme name="Letras en madera">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2020-07-24T09:53:25Z</dcterms:created>
  <dc:creator>Microsoft Office User</dc:creator>
</cp:coreProperties>
</file>