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AI Engineering
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Las cuatro habilidades más importantes de la ingeniería de IA,
según el análisis de Andrew Ng en The Batch.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01  ·  Introducción a la IA    ·    Andrew Ng  ·  14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Las cuatro habilidades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642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2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Building and deploying AI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8036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Construir, medir y gobernar sistemas con salidas impredecibles.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6304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642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084832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Software engineering fundamentals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88036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Ver las compensaciones y decidir con criterio de ingeniería.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0873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507992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Using coding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30352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Dirigir agentes con un modelo mental claro de cómo trabajan.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86200"/>
            <a:ext cx="5349240" cy="2194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0873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507992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Shaping the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303520"/>
            <a:ext cx="4846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Decidir qué debe ir en la especificación, no solo implementarla.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mapa de habilidades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24607" y="996696"/>
            <a:ext cx="7542784" cy="4270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e-ai-engineering-skill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759" y="1051560"/>
            <a:ext cx="739648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349240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D7E"/>
                </a:solidFill>
                <a:latin typeface="Calibri"/>
              </a:rPr>
              <a:t>Nivel superior del mapa. Capas adicionales se presentarán en cartas futuras.
Fuente: Andrew Ng, The Batch, issue 366.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Cómo se identificaron las habilidades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proceso similar a agrupar un conjunto masivo de empleos y entrevistas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260604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74520"/>
            <a:ext cx="220370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6CA8"/>
                </a:solidFill>
                <a:latin typeface="Calibri"/>
              </a:rPr>
              <a:t>+10,000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08960"/>
            <a:ext cx="22037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Ofertas de empleo analizadas para ver qué piden hoy las organizaciones.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554480"/>
            <a:ext cx="260604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874520"/>
            <a:ext cx="220370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6CA8"/>
                </a:solidFill>
                <a:latin typeface="Calibri"/>
              </a:rPr>
              <a:t>Entrevistas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3108960"/>
            <a:ext cx="22037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Decenas de conversaciones estructuradas con expertos, hiring managers y reclutadores.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1554480"/>
            <a:ext cx="260604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74520"/>
            <a:ext cx="220370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6CA8"/>
                </a:solidFill>
                <a:latin typeface="Calibri"/>
              </a:rPr>
              <a:t>Encuestas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3108960"/>
            <a:ext cx="22037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Datos de encuestas y otras fuentes en línea, sintetizados con el resto del material.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1554480"/>
            <a:ext cx="260604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874520"/>
            <a:ext cx="220370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6CA8"/>
                </a:solidFill>
                <a:latin typeface="Calibri"/>
              </a:rPr>
              <a:t>Hoy y mañana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3108960"/>
            <a:ext cx="22037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objetivo no es solo el presente: también las habilidades del futuro cercano.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Una nota sobre terminología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Habilidades de ingeniería de IA, no solo el rol de «AI Engineer»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155680" cy="4526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Hablar de AI Engineering skills es más amplio que hablar del puesto «AI Engineer» (quien construye sistemas de IA).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Hoy todo el mundo que desarrolla software debería saber trabajar con la nube, y solo un grupo menor tiene el título de Cloud engineer.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Igual ocurre con la IA: full-stack, data, DevOps, machine learning y, sí, AI engineers necesitarán estas habilidades.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El mapa describe capacidades que todo developer debería cultivar, no un único perfil de contratación.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HABILIDAD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Calibri"/>
              </a:rPr>
              <a:t>Building and deploying AI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diferencia clave: las aplicaciones de IA tienen salidas impredecibles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11155680" cy="4434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Al pedirle algo a un LLM no sabes qué volverá; al entrenar un modelo no sabes qué predecirá en ejemplos nuevos. El software tradicional se comporta de forma más predecible.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Quienes dominan esta habilidad conocen los bloques de construcción: LLMs, context engineering, RAG, flujos agénticos, machine learning y deep learning.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Lo decisivo es usar técnicas estadísticas para medir, dirigir y gobernar el sistema, de modo que se comporte de forma más predecible.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Una habilidad central es conducir bucles disciplinados de evals y análisis de errores.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HABILIDAD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Calibri"/>
              </a:rPr>
              <a:t>Software engineering fundamentals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Entender cómo funciona el software permite construir con mucho más acierto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11155680" cy="4434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Ingeniería es elegir compensaciones entre costo, escalabilidad, fiabilidad, velocidad, seguridad y privacidad.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Los fundamentos te permiten ver qué compensaciones existen: stack, arquitectura, almacén de datos, pruebas.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Un developer inexperto que «vibe codea» no sabe qué tradeoffs está tomando el agente, ni qué contexto darle.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Con fundamentos puedes dirigir agentes usando el lenguaje preciso de la ingeniería de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HABILIDAD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Calibri"/>
              </a:rPr>
              <a:t>Using coding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Usar coding agents con criterio es ya una habilidad de todo developer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11155680" cy="4434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Hace falta un modelo mental de cómo trabajan los agentes, cuáles son sus límites y cuánto intervenir frente a cuánto dejarlos solos.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Hay que gestionar el contexto, equilibrar planificación y ejecución, y dar verificadores o evals para que cierren el ciclo solos.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También: trabajar con una spec clara (y saber cuándo no hace falta), orquestar varios agentes y evitar que uno toque la base de producción.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Como el campo cambia rápido, hay que probar herramientas nuevas y evolucionar el flujo de trabajo con las mejores prácticas.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HABILIDAD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Calibri"/>
              </a:rPr>
              <a:t>Shaping the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8755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trabajo se desplaza de implementar la spec a decidir qué debe contener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11155680" cy="44348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Con una spec clara, los agentes entregan cada vez mejor. Lo difícil pasa a ser qué debería estar en esa spec.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Ya no basta con recibir un diseño pixel-perfect e implementarlo: hace falta sentido de producto, contexto de negocio y objetivos del cliente.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La IA permite más ownership y agencia: identificar problemas u oportunidades y ejecutar con responsabilidad.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Saber cuándo un MVP rápido para probar con usuarios y cuándo ir más despacio y construir con más cuidado.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The AI Engineering Skills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Todas las personas que desarrollan software necesitarán estas habilidades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269748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Building and deploying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Medir, dirigir y gobernar salidas impredecibles con evals.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69748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830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24028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Software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8328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Ver las compensaciones y hablar el lenguaje de la ingeniería.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269748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4028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Using coding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8328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Steering, contexto, verificadores y flujos que evolucionan.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554480"/>
            <a:ext cx="2697480" cy="4480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78308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240280"/>
            <a:ext cx="2331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Shaping the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383280"/>
            <a:ext cx="2331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Sentido de producto, ownership y decidir qué va en la spec.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