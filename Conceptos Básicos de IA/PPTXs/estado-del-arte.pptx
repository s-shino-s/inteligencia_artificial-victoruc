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B93A"/>
                </a:solidFill>
                <a:latin typeface="Calibri"/>
              </a:rPr>
              <a:t>CURSO DE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Estado del arte de la
inteligencia artificial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5D0DC"/>
                </a:solidFill>
                <a:latin typeface="Calibri"/>
              </a:rPr>
              <a:t>Panorama de capacidades, paradigmas y límites abiertos
de los sistemas de IA contemporáneos.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B93A"/>
                </a:solidFill>
                <a:latin typeface="Calibri"/>
              </a:rPr>
              <a:t>01  ·  Introducción a la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C59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6CA8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C59"/>
                </a:solidFill>
                <a:latin typeface="Calibri"/>
              </a:rPr>
              <a:t>Modelos de fundamento y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D6D7E"/>
                </a:solidFill>
                <a:latin typeface="Calibri"/>
              </a:rPr>
              <a:t>La base del panorama actual.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2588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5819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6CA8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116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C59"/>
                </a:solidFill>
                <a:latin typeface="Calibri"/>
              </a:rPr>
              <a:t>Razonamiento y multimodalidad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060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D6D7E"/>
                </a:solidFill>
                <a:latin typeface="Calibri"/>
              </a:rPr>
              <a:t>Pensar, ver, oír y generar.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2588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5819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6CA8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116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C59"/>
                </a:solidFill>
                <a:latin typeface="Calibri"/>
              </a:rPr>
              <a:t>Agentes, herramientas y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D6D7E"/>
                </a:solidFill>
                <a:latin typeface="Calibri"/>
              </a:rPr>
              <a:t>De responder a actuar.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661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8221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6CA8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519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C59"/>
                </a:solidFill>
                <a:latin typeface="Calibri"/>
              </a:rPr>
              <a:t>Ecosistema y eficiencia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D6D7E"/>
                </a:solidFill>
                <a:latin typeface="Calibri"/>
              </a:rPr>
              <a:t>Abierto, cerrado y desplegable.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5661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26280" y="38221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6CA8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2519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C59"/>
                </a:solidFill>
                <a:latin typeface="Calibri"/>
              </a:rPr>
              <a:t>Aplicaciones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8463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D6D7E"/>
                </a:solidFill>
                <a:latin typeface="Calibri"/>
              </a:rPr>
              <a:t>Visión, robótica y ciencia.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5661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38221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6CA8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2519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C59"/>
                </a:solidFill>
                <a:latin typeface="Calibri"/>
              </a:rPr>
              <a:t>Alineación, evaluación y límites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8463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D6D7E"/>
                </a:solidFill>
                <a:latin typeface="Calibri"/>
              </a:rPr>
              <a:t>Lo que aún no está resuelto.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Curso de Inteligencia Artificial  ·  Estado del arte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C59"/>
                </a:solidFill>
                <a:latin typeface="Calibri"/>
              </a:rPr>
              <a:t>Modelos de fundamento y LLM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D6D7E"/>
                </a:solidFill>
                <a:latin typeface="Calibri"/>
              </a:rPr>
              <a:t>El núcleo del estado del arte actual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Modelos de fundamento (foundation models)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Se entrenan a gran escala y luego se adaptan a muchas tareas: texto, código, visión, audio y combinaciones de estas.
Una misma familia de modelos sirve como plataforma para productos, investigación y especialización por dominio.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Modelos de lenguaje grandes (LLM)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Desempeño competitivo en comprensión, generación, traducción, resumen y programación.
Siguen cometiendo errores factuales y alucinaciones: fluidez no equivale a verdad ni a comprensión garantizada.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Curso de Inteligencia Artificial  ·  Estado del arte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C59"/>
                </a:solidFill>
                <a:latin typeface="Calibri"/>
              </a:rPr>
              <a:t>Multimodalidad y generación de medios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IA multimodal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Une texto, imagen, audio y video en un mismo modelo.
Habilita descripción de escenas, transcripción, generación de medios y asistentes que “ven” y “escuchan”.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Sistemas generativos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Difusión y variantes producen imagen, audio y video de alta fidelidad.
Ya están integrados en herramientas creativas, de diseño y de producción, con debates sobre autoría y uso de datos.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Curso de Inteligencia Artificial  ·  Estado del arte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C59"/>
                </a:solidFill>
                <a:latin typeface="Calibri"/>
              </a:rPr>
              <a:t>Agentes, herramientas y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D6D7E"/>
                </a:solidFill>
                <a:latin typeface="Calibri"/>
              </a:rPr>
              <a:t>De generar texto a ejecutar tareas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Agentes de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Combinan un modelo con herramientas: navegador, código, APIs y memoria.
El objetivo es completar tareas de varios pasos, no solo responder una pregunta aislada.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Herramientas y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La recuperación aumentada con documentos ancla las respuestas en fuentes externas y datos de una organización.
Reduce alucinaciones, pero no las elimina: la calidad depende del índice, la consulta y el criterio de citación.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Curso de Inteligencia Artificial  ·  Estado del arte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C59"/>
                </a:solidFill>
                <a:latin typeface="Calibri"/>
              </a:rPr>
              <a:t>Ecosistema abierto y eficiencia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Modelos abiertos y cerrados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Los pesos públicos o parcialmente abiertos coexisten con sistemas comerciales cerrados.
Ambos impulsan investigación y productos, y alimentan el debate sobre gobernanza, reproducibilidad y concentración de poder.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Eficiencia como eje central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Mezcla de expertos (MoE), destilación, cuantización y modelos pequeños.
Permiten desplegar IA en dispositivos, bajar costo y reducir impacto energético sin abandonar del todo la escala.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Curso de Inteligencia Artificial  ·  Estado del arte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C59"/>
                </a:solidFill>
                <a:latin typeface="Calibri"/>
              </a:rPr>
              <a:t>Visión por computadora y robótica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Visión por computadora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Más allá de la clasificación clásica: detección, segmentación y comprensión de escenas.
Los modelos que conectan visión y lenguaje son el puente hacia asistentes y agentes multimodales.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Robótica e IA encarnada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Avances en políticas entrenadas con datos diversos y modelos de mundo.
La generalización en el mundo físico —contacto, incertidumbre, cuerpos reales— sigue siendo un reto abierto.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Curso de Inteligencia Artificial  ·  Estado del arte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C59"/>
                </a:solidFill>
                <a:latin typeface="Calibri"/>
              </a:rPr>
              <a:t>IA científica y alineación con preferencias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IA científica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Acelera el descubrimiento en biología, química, clima y materiales (por ejemplo, predicción de estructuras y diseño de moléculas).
Complementa la experimentación; no la reemplaza.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Aprendizaje por refuerzo y RLHF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El aprendizaje por refuerzo y la alineación con preferencias humanas (RLHF y variantes) hacen que los modelos sigan instrucciones.
Son técnicas clave de utilidad y de seguridad, no un detalle de producto.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Curso de Inteligencia Artificial  ·  Estado del arte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C59"/>
                </a:solidFill>
                <a:latin typeface="Calibri"/>
              </a:rPr>
              <a:t>Evaluación, seguridad y gobernanza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000" b="0" i="0">
                <a:solidFill>
                  <a:srgbClr val="2C3E50"/>
                </a:solidFill>
                <a:latin typeface="Calibri"/>
              </a:rPr>
              <a:t>•  La evaluación es un cuello de botella: los benchmarks se saturan rápido.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000" b="0" i="0">
                <a:solidFill>
                  <a:srgbClr val="2C3E50"/>
                </a:solidFill>
                <a:latin typeface="Calibri"/>
              </a:rPr>
              <a:t>•  Se necesitan pruebas de capacidades reales, robustez, sesgo, seguridad y desempeño fuera de distribución.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000" b="0" i="0">
                <a:solidFill>
                  <a:srgbClr val="2C3E50"/>
                </a:solidFill>
                <a:latin typeface="Calibri"/>
              </a:rPr>
              <a:t>•  Seguridad y gobernanza cubren uso dual, privacidad, propiedad intelectual, sesgos y autonomía de agentes.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000" b="0" i="0">
                <a:solidFill>
                  <a:srgbClr val="2C3E50"/>
                </a:solidFill>
                <a:latin typeface="Calibri"/>
              </a:rPr>
              <a:t>•  Estos temas son parte del estado del arte tanto como las arquitecturas y el hardware.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Curso de Inteligencia Artificial  ·  Estado del arte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C59"/>
                </a:solidFill>
                <a:latin typeface="Calibri"/>
              </a:rPr>
              <a:t>Hardware, escala y límites estructurales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Hardware y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GPU, TPU y aceleradores, junto con la escala de datos, condicionan quién puede entrenar los modelos más grandes.
El impacto ambiental y la concentración de infraestructura son parte del análisis, no un apéndice.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15361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Límites que persisten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901952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Falta de comprensión causal robusta, fragilidad ante cambios de dominio y opacidad de las decisiones.
Sigue siendo difícil garantizar verdades o un cumplimiento normativo estricto.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Curso de Inteligencia Artificial  ·  Estado del arte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C59"/>
                </a:solidFill>
                <a:latin typeface="Calibri"/>
              </a:rPr>
              <a:t>Para discutir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D6D7E"/>
                </a:solidFill>
                <a:latin typeface="Calibri"/>
              </a:rPr>
              <a:t>Preguntas que recorren el resto del curso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553212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490472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¿Capacidad o apariencia?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56232"/>
            <a:ext cx="5166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Un sistema fluido ¿entiende, o solo predice patrones convincentes?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53212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8" y="1490472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¿Dónde actúa la IA?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1856232"/>
            <a:ext cx="5166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Texto, herramientas, laboratorio o el mundo físico cambian el problema.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20440"/>
            <a:ext cx="553212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3685032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¿Quién controla la escala?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050792"/>
            <a:ext cx="5166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Datos, cómputo y gobernanza definen qué sistemas existen y para quién.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520440"/>
            <a:ext cx="553212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8" y="3685032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C59"/>
                </a:solidFill>
                <a:latin typeface="Calibri"/>
              </a:rPr>
              <a:t>¿Cómo se evalúa el progreso?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4050792"/>
            <a:ext cx="5166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  <a:latin typeface="Calibri"/>
              </a:rPr>
              <a:t>Un ranking en un benchmark no basta para afirmar inteligencia general.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Curso de Inteligencia Artificial  ·  Estado del arte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968</Words>
  <Application>Microsoft Macintosh PowerPoint</Application>
  <PresentationFormat>Panorámica</PresentationFormat>
  <Paragraphs>95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Víctor Uc Cetina</cp:lastModifiedBy>
  <cp:revision>2</cp:revision>
  <dcterms:created xsi:type="dcterms:W3CDTF">2013-01-27T09:14:16Z</dcterms:created>
  <dcterms:modified xsi:type="dcterms:W3CDTF">2026-08-20T00:45:36Z</dcterms:modified>
  <cp:category/>
</cp:coreProperties>
</file>